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5" r:id="rId3"/>
    <p:sldId id="257" r:id="rId4"/>
    <p:sldId id="309" r:id="rId5"/>
    <p:sldId id="310" r:id="rId6"/>
    <p:sldId id="258" r:id="rId7"/>
    <p:sldId id="311" r:id="rId8"/>
    <p:sldId id="312" r:id="rId9"/>
    <p:sldId id="313" r:id="rId10"/>
    <p:sldId id="317" r:id="rId11"/>
    <p:sldId id="318" r:id="rId12"/>
    <p:sldId id="259" r:id="rId13"/>
    <p:sldId id="308" r:id="rId14"/>
    <p:sldId id="292" r:id="rId15"/>
    <p:sldId id="320" r:id="rId16"/>
    <p:sldId id="321" r:id="rId17"/>
    <p:sldId id="306" r:id="rId18"/>
    <p:sldId id="295" r:id="rId19"/>
    <p:sldId id="319" r:id="rId20"/>
    <p:sldId id="279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8E85A-EAD2-48E2-82E1-1B90EDFAD5C6}" v="427" dt="2026-01-20T15:01:40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iya dharmalingam" userId="b8a8d2942a8b15a1" providerId="LiveId" clId="{5BE6B487-4761-4FB7-9C8C-8C799F215FE2}"/>
    <pc:docChg chg="undo custSel addSld delSld modSld sldOrd">
      <pc:chgData name="sandhiya dharmalingam" userId="b8a8d2942a8b15a1" providerId="LiveId" clId="{5BE6B487-4761-4FB7-9C8C-8C799F215FE2}" dt="2026-01-20T15:03:37.331" v="1310" actId="20577"/>
      <pc:docMkLst>
        <pc:docMk/>
      </pc:docMkLst>
      <pc:sldChg chg="modSp mod">
        <pc:chgData name="sandhiya dharmalingam" userId="b8a8d2942a8b15a1" providerId="LiveId" clId="{5BE6B487-4761-4FB7-9C8C-8C799F215FE2}" dt="2026-01-20T13:26:25.565" v="101" actId="20577"/>
        <pc:sldMkLst>
          <pc:docMk/>
          <pc:sldMk cId="3669360573" sldId="256"/>
        </pc:sldMkLst>
        <pc:spChg chg="mod">
          <ac:chgData name="sandhiya dharmalingam" userId="b8a8d2942a8b15a1" providerId="LiveId" clId="{5BE6B487-4761-4FB7-9C8C-8C799F215FE2}" dt="2026-01-20T13:25:47.365" v="47" actId="20577"/>
          <ac:spMkLst>
            <pc:docMk/>
            <pc:sldMk cId="3669360573" sldId="256"/>
            <ac:spMk id="5" creationId="{72BD539B-995D-5EAE-5F2A-1CF1920E3D67}"/>
          </ac:spMkLst>
        </pc:spChg>
        <pc:spChg chg="mod">
          <ac:chgData name="sandhiya dharmalingam" userId="b8a8d2942a8b15a1" providerId="LiveId" clId="{5BE6B487-4761-4FB7-9C8C-8C799F215FE2}" dt="2026-01-20T13:26:25.565" v="101" actId="20577"/>
          <ac:spMkLst>
            <pc:docMk/>
            <pc:sldMk cId="3669360573" sldId="256"/>
            <ac:spMk id="6" creationId="{6ACA14F0-989C-E342-7530-A36689413644}"/>
          </ac:spMkLst>
        </pc:spChg>
        <pc:picChg chg="mod">
          <ac:chgData name="sandhiya dharmalingam" userId="b8a8d2942a8b15a1" providerId="LiveId" clId="{5BE6B487-4761-4FB7-9C8C-8C799F215FE2}" dt="2026-01-20T13:25:54.144" v="48" actId="1076"/>
          <ac:picMkLst>
            <pc:docMk/>
            <pc:sldMk cId="3669360573" sldId="256"/>
            <ac:picMk id="4" creationId="{B0D370DF-1AF8-E967-D435-6A8B15F6311A}"/>
          </ac:picMkLst>
        </pc:picChg>
      </pc:sldChg>
      <pc:sldChg chg="addSp modSp mod">
        <pc:chgData name="sandhiya dharmalingam" userId="b8a8d2942a8b15a1" providerId="LiveId" clId="{5BE6B487-4761-4FB7-9C8C-8C799F215FE2}" dt="2026-01-20T13:55:03.283" v="424" actId="27107"/>
        <pc:sldMkLst>
          <pc:docMk/>
          <pc:sldMk cId="3174026064" sldId="257"/>
        </pc:sldMkLst>
        <pc:spChg chg="mod">
          <ac:chgData name="sandhiya dharmalingam" userId="b8a8d2942a8b15a1" providerId="LiveId" clId="{5BE6B487-4761-4FB7-9C8C-8C799F215FE2}" dt="2026-01-20T13:50:49.718" v="368" actId="1076"/>
          <ac:spMkLst>
            <pc:docMk/>
            <pc:sldMk cId="3174026064" sldId="257"/>
            <ac:spMk id="2" creationId="{FB37120D-0B6B-6CEC-CDC7-8CC11FE6C889}"/>
          </ac:spMkLst>
        </pc:spChg>
        <pc:spChg chg="mod">
          <ac:chgData name="sandhiya dharmalingam" userId="b8a8d2942a8b15a1" providerId="LiveId" clId="{5BE6B487-4761-4FB7-9C8C-8C799F215FE2}" dt="2026-01-20T13:55:03.283" v="424" actId="27107"/>
          <ac:spMkLst>
            <pc:docMk/>
            <pc:sldMk cId="3174026064" sldId="257"/>
            <ac:spMk id="3" creationId="{4AE89FCD-0EEF-1D45-1A9C-83204167592D}"/>
          </ac:spMkLst>
        </pc:spChg>
        <pc:spChg chg="add">
          <ac:chgData name="sandhiya dharmalingam" userId="b8a8d2942a8b15a1" providerId="LiveId" clId="{5BE6B487-4761-4FB7-9C8C-8C799F215FE2}" dt="2026-01-20T13:45:56.776" v="287"/>
          <ac:spMkLst>
            <pc:docMk/>
            <pc:sldMk cId="3174026064" sldId="257"/>
            <ac:spMk id="4" creationId="{2E8A1CE3-1A60-737E-A656-C46B3A9A4D74}"/>
          </ac:spMkLst>
        </pc:spChg>
      </pc:sldChg>
      <pc:sldChg chg="modSp mod ord">
        <pc:chgData name="sandhiya dharmalingam" userId="b8a8d2942a8b15a1" providerId="LiveId" clId="{5BE6B487-4761-4FB7-9C8C-8C799F215FE2}" dt="2026-01-20T14:18:24.551" v="837" actId="20577"/>
        <pc:sldMkLst>
          <pc:docMk/>
          <pc:sldMk cId="2364778870" sldId="258"/>
        </pc:sldMkLst>
        <pc:spChg chg="mod">
          <ac:chgData name="sandhiya dharmalingam" userId="b8a8d2942a8b15a1" providerId="LiveId" clId="{5BE6B487-4761-4FB7-9C8C-8C799F215FE2}" dt="2026-01-20T13:47:23.911" v="337" actId="20577"/>
          <ac:spMkLst>
            <pc:docMk/>
            <pc:sldMk cId="2364778870" sldId="258"/>
            <ac:spMk id="2" creationId="{28D71EC7-2804-A004-98EC-2DD0D8105C7E}"/>
          </ac:spMkLst>
        </pc:spChg>
        <pc:spChg chg="mod">
          <ac:chgData name="sandhiya dharmalingam" userId="b8a8d2942a8b15a1" providerId="LiveId" clId="{5BE6B487-4761-4FB7-9C8C-8C799F215FE2}" dt="2026-01-20T14:18:24.551" v="837" actId="20577"/>
          <ac:spMkLst>
            <pc:docMk/>
            <pc:sldMk cId="2364778870" sldId="258"/>
            <ac:spMk id="4" creationId="{9468FF3D-715F-013B-0E1B-2F6DBA6D8781}"/>
          </ac:spMkLst>
        </pc:spChg>
      </pc:sldChg>
      <pc:sldChg chg="modSp add del mod">
        <pc:chgData name="sandhiya dharmalingam" userId="b8a8d2942a8b15a1" providerId="LiveId" clId="{5BE6B487-4761-4FB7-9C8C-8C799F215FE2}" dt="2026-01-20T14:08:24.624" v="764" actId="20577"/>
        <pc:sldMkLst>
          <pc:docMk/>
          <pc:sldMk cId="2754586992" sldId="259"/>
        </pc:sldMkLst>
        <pc:spChg chg="mod">
          <ac:chgData name="sandhiya dharmalingam" userId="b8a8d2942a8b15a1" providerId="LiveId" clId="{5BE6B487-4761-4FB7-9C8C-8C799F215FE2}" dt="2026-01-20T14:08:24.624" v="764" actId="20577"/>
          <ac:spMkLst>
            <pc:docMk/>
            <pc:sldMk cId="2754586992" sldId="259"/>
            <ac:spMk id="2" creationId="{CD50CEB6-FCF6-9783-AAFB-CC4B76D5B046}"/>
          </ac:spMkLst>
        </pc:spChg>
        <pc:spChg chg="mod">
          <ac:chgData name="sandhiya dharmalingam" userId="b8a8d2942a8b15a1" providerId="LiveId" clId="{5BE6B487-4761-4FB7-9C8C-8C799F215FE2}" dt="2026-01-20T13:39:19.706" v="256" actId="1076"/>
          <ac:spMkLst>
            <pc:docMk/>
            <pc:sldMk cId="2754586992" sldId="259"/>
            <ac:spMk id="5" creationId="{BD2E46D2-8E49-2092-945E-862B0CBBB204}"/>
          </ac:spMkLst>
        </pc:spChg>
        <pc:picChg chg="mod">
          <ac:chgData name="sandhiya dharmalingam" userId="b8a8d2942a8b15a1" providerId="LiveId" clId="{5BE6B487-4761-4FB7-9C8C-8C799F215FE2}" dt="2026-01-20T13:39:12.691" v="255" actId="1076"/>
          <ac:picMkLst>
            <pc:docMk/>
            <pc:sldMk cId="2754586992" sldId="259"/>
            <ac:picMk id="6" creationId="{6CCD7DD3-6C75-AB0B-93F7-13DEF740AB69}"/>
          </ac:picMkLst>
        </pc:picChg>
      </pc:sldChg>
      <pc:sldChg chg="del">
        <pc:chgData name="sandhiya dharmalingam" userId="b8a8d2942a8b15a1" providerId="LiveId" clId="{5BE6B487-4761-4FB7-9C8C-8C799F215FE2}" dt="2026-01-20T13:42:49.418" v="277" actId="47"/>
        <pc:sldMkLst>
          <pc:docMk/>
          <pc:sldMk cId="3615264581" sldId="260"/>
        </pc:sldMkLst>
      </pc:sldChg>
      <pc:sldChg chg="del">
        <pc:chgData name="sandhiya dharmalingam" userId="b8a8d2942a8b15a1" providerId="LiveId" clId="{5BE6B487-4761-4FB7-9C8C-8C799F215FE2}" dt="2026-01-20T14:34:00.892" v="1217" actId="47"/>
        <pc:sldMkLst>
          <pc:docMk/>
          <pc:sldMk cId="3177858496" sldId="261"/>
        </pc:sldMkLst>
      </pc:sldChg>
      <pc:sldChg chg="del">
        <pc:chgData name="sandhiya dharmalingam" userId="b8a8d2942a8b15a1" providerId="LiveId" clId="{5BE6B487-4761-4FB7-9C8C-8C799F215FE2}" dt="2026-01-20T14:34:01.956" v="1218" actId="47"/>
        <pc:sldMkLst>
          <pc:docMk/>
          <pc:sldMk cId="2434306571" sldId="262"/>
        </pc:sldMkLst>
      </pc:sldChg>
      <pc:sldChg chg="del">
        <pc:chgData name="sandhiya dharmalingam" userId="b8a8d2942a8b15a1" providerId="LiveId" clId="{5BE6B487-4761-4FB7-9C8C-8C799F215FE2}" dt="2026-01-20T14:34:07.276" v="1221" actId="47"/>
        <pc:sldMkLst>
          <pc:docMk/>
          <pc:sldMk cId="2539391384" sldId="263"/>
        </pc:sldMkLst>
      </pc:sldChg>
      <pc:sldChg chg="del">
        <pc:chgData name="sandhiya dharmalingam" userId="b8a8d2942a8b15a1" providerId="LiveId" clId="{5BE6B487-4761-4FB7-9C8C-8C799F215FE2}" dt="2026-01-20T14:33:57.242" v="1216" actId="47"/>
        <pc:sldMkLst>
          <pc:docMk/>
          <pc:sldMk cId="1708192784" sldId="265"/>
        </pc:sldMkLst>
      </pc:sldChg>
      <pc:sldChg chg="del">
        <pc:chgData name="sandhiya dharmalingam" userId="b8a8d2942a8b15a1" providerId="LiveId" clId="{5BE6B487-4761-4FB7-9C8C-8C799F215FE2}" dt="2026-01-20T14:33:55.494" v="1215" actId="47"/>
        <pc:sldMkLst>
          <pc:docMk/>
          <pc:sldMk cId="2924557663" sldId="266"/>
        </pc:sldMkLst>
      </pc:sldChg>
      <pc:sldChg chg="del">
        <pc:chgData name="sandhiya dharmalingam" userId="b8a8d2942a8b15a1" providerId="LiveId" clId="{5BE6B487-4761-4FB7-9C8C-8C799F215FE2}" dt="2026-01-20T14:34:06.879" v="1220" actId="47"/>
        <pc:sldMkLst>
          <pc:docMk/>
          <pc:sldMk cId="4059651285" sldId="268"/>
        </pc:sldMkLst>
      </pc:sldChg>
      <pc:sldChg chg="del">
        <pc:chgData name="sandhiya dharmalingam" userId="b8a8d2942a8b15a1" providerId="LiveId" clId="{5BE6B487-4761-4FB7-9C8C-8C799F215FE2}" dt="2026-01-20T14:34:08.500" v="1223" actId="47"/>
        <pc:sldMkLst>
          <pc:docMk/>
          <pc:sldMk cId="1550915336" sldId="269"/>
        </pc:sldMkLst>
      </pc:sldChg>
      <pc:sldChg chg="del">
        <pc:chgData name="sandhiya dharmalingam" userId="b8a8d2942a8b15a1" providerId="LiveId" clId="{5BE6B487-4761-4FB7-9C8C-8C799F215FE2}" dt="2026-01-20T14:34:09.137" v="1224" actId="47"/>
        <pc:sldMkLst>
          <pc:docMk/>
          <pc:sldMk cId="3957310628" sldId="270"/>
        </pc:sldMkLst>
      </pc:sldChg>
      <pc:sldChg chg="del">
        <pc:chgData name="sandhiya dharmalingam" userId="b8a8d2942a8b15a1" providerId="LiveId" clId="{5BE6B487-4761-4FB7-9C8C-8C799F215FE2}" dt="2026-01-20T13:43:32.510" v="286" actId="47"/>
        <pc:sldMkLst>
          <pc:docMk/>
          <pc:sldMk cId="2574869542" sldId="271"/>
        </pc:sldMkLst>
      </pc:sldChg>
      <pc:sldChg chg="del">
        <pc:chgData name="sandhiya dharmalingam" userId="b8a8d2942a8b15a1" providerId="LiveId" clId="{5BE6B487-4761-4FB7-9C8C-8C799F215FE2}" dt="2026-01-20T13:43:20.298" v="279" actId="47"/>
        <pc:sldMkLst>
          <pc:docMk/>
          <pc:sldMk cId="3034110047" sldId="272"/>
        </pc:sldMkLst>
      </pc:sldChg>
      <pc:sldChg chg="del">
        <pc:chgData name="sandhiya dharmalingam" userId="b8a8d2942a8b15a1" providerId="LiveId" clId="{5BE6B487-4761-4FB7-9C8C-8C799F215FE2}" dt="2026-01-20T13:43:21.318" v="280" actId="47"/>
        <pc:sldMkLst>
          <pc:docMk/>
          <pc:sldMk cId="2648229838" sldId="273"/>
        </pc:sldMkLst>
      </pc:sldChg>
      <pc:sldChg chg="delSp modSp mod">
        <pc:chgData name="sandhiya dharmalingam" userId="b8a8d2942a8b15a1" providerId="LiveId" clId="{5BE6B487-4761-4FB7-9C8C-8C799F215FE2}" dt="2026-01-20T14:35:05.720" v="1253" actId="478"/>
        <pc:sldMkLst>
          <pc:docMk/>
          <pc:sldMk cId="2490005512" sldId="274"/>
        </pc:sldMkLst>
        <pc:spChg chg="del">
          <ac:chgData name="sandhiya dharmalingam" userId="b8a8d2942a8b15a1" providerId="LiveId" clId="{5BE6B487-4761-4FB7-9C8C-8C799F215FE2}" dt="2026-01-20T14:35:05.720" v="1253" actId="478"/>
          <ac:spMkLst>
            <pc:docMk/>
            <pc:sldMk cId="2490005512" sldId="274"/>
            <ac:spMk id="4" creationId="{28569799-DBDF-1131-FEA6-FDE05EAED4A4}"/>
          </ac:spMkLst>
        </pc:spChg>
        <pc:spChg chg="del mod">
          <ac:chgData name="sandhiya dharmalingam" userId="b8a8d2942a8b15a1" providerId="LiveId" clId="{5BE6B487-4761-4FB7-9C8C-8C799F215FE2}" dt="2026-01-20T14:35:03.208" v="1252" actId="478"/>
          <ac:spMkLst>
            <pc:docMk/>
            <pc:sldMk cId="2490005512" sldId="274"/>
            <ac:spMk id="5" creationId="{B50B8128-6E98-95D5-3A51-5C18BEACBABD}"/>
          </ac:spMkLst>
        </pc:spChg>
      </pc:sldChg>
      <pc:sldChg chg="del">
        <pc:chgData name="sandhiya dharmalingam" userId="b8a8d2942a8b15a1" providerId="LiveId" clId="{5BE6B487-4761-4FB7-9C8C-8C799F215FE2}" dt="2026-01-20T14:34:02.562" v="1219" actId="47"/>
        <pc:sldMkLst>
          <pc:docMk/>
          <pc:sldMk cId="4101619053" sldId="276"/>
        </pc:sldMkLst>
      </pc:sldChg>
      <pc:sldChg chg="del">
        <pc:chgData name="sandhiya dharmalingam" userId="b8a8d2942a8b15a1" providerId="LiveId" clId="{5BE6B487-4761-4FB7-9C8C-8C799F215FE2}" dt="2026-01-20T13:42:46.489" v="276" actId="47"/>
        <pc:sldMkLst>
          <pc:docMk/>
          <pc:sldMk cId="2499318868" sldId="277"/>
        </pc:sldMkLst>
      </pc:sldChg>
      <pc:sldChg chg="del">
        <pc:chgData name="sandhiya dharmalingam" userId="b8a8d2942a8b15a1" providerId="LiveId" clId="{5BE6B487-4761-4FB7-9C8C-8C799F215FE2}" dt="2026-01-20T13:42:52.168" v="278" actId="47"/>
        <pc:sldMkLst>
          <pc:docMk/>
          <pc:sldMk cId="2214231826" sldId="278"/>
        </pc:sldMkLst>
      </pc:sldChg>
      <pc:sldChg chg="modSp mod">
        <pc:chgData name="sandhiya dharmalingam" userId="b8a8d2942a8b15a1" providerId="LiveId" clId="{5BE6B487-4761-4FB7-9C8C-8C799F215FE2}" dt="2026-01-20T14:34:56.386" v="1250" actId="6549"/>
        <pc:sldMkLst>
          <pc:docMk/>
          <pc:sldMk cId="1465165045" sldId="279"/>
        </pc:sldMkLst>
        <pc:spChg chg="mod">
          <ac:chgData name="sandhiya dharmalingam" userId="b8a8d2942a8b15a1" providerId="LiveId" clId="{5BE6B487-4761-4FB7-9C8C-8C799F215FE2}" dt="2026-01-20T14:34:56.386" v="1250" actId="6549"/>
          <ac:spMkLst>
            <pc:docMk/>
            <pc:sldMk cId="1465165045" sldId="279"/>
            <ac:spMk id="4" creationId="{5149A0F0-607E-19B8-EDFB-63B93215207D}"/>
          </ac:spMkLst>
        </pc:spChg>
      </pc:sldChg>
      <pc:sldChg chg="del">
        <pc:chgData name="sandhiya dharmalingam" userId="b8a8d2942a8b15a1" providerId="LiveId" clId="{5BE6B487-4761-4FB7-9C8C-8C799F215FE2}" dt="2026-01-20T13:43:29.132" v="285" actId="47"/>
        <pc:sldMkLst>
          <pc:docMk/>
          <pc:sldMk cId="3700168606" sldId="280"/>
        </pc:sldMkLst>
      </pc:sldChg>
      <pc:sldChg chg="del">
        <pc:chgData name="sandhiya dharmalingam" userId="b8a8d2942a8b15a1" providerId="LiveId" clId="{5BE6B487-4761-4FB7-9C8C-8C799F215FE2}" dt="2026-01-20T14:33:50.567" v="1212" actId="47"/>
        <pc:sldMkLst>
          <pc:docMk/>
          <pc:sldMk cId="3828304052" sldId="282"/>
        </pc:sldMkLst>
      </pc:sldChg>
      <pc:sldChg chg="del">
        <pc:chgData name="sandhiya dharmalingam" userId="b8a8d2942a8b15a1" providerId="LiveId" clId="{5BE6B487-4761-4FB7-9C8C-8C799F215FE2}" dt="2026-01-20T13:43:24.507" v="284" actId="47"/>
        <pc:sldMkLst>
          <pc:docMk/>
          <pc:sldMk cId="3881179734" sldId="283"/>
        </pc:sldMkLst>
      </pc:sldChg>
      <pc:sldChg chg="del">
        <pc:chgData name="sandhiya dharmalingam" userId="b8a8d2942a8b15a1" providerId="LiveId" clId="{5BE6B487-4761-4FB7-9C8C-8C799F215FE2}" dt="2026-01-20T14:34:48.663" v="1246" actId="47"/>
        <pc:sldMkLst>
          <pc:docMk/>
          <pc:sldMk cId="811893302" sldId="284"/>
        </pc:sldMkLst>
      </pc:sldChg>
      <pc:sldChg chg="modSp mod">
        <pc:chgData name="sandhiya dharmalingam" userId="b8a8d2942a8b15a1" providerId="LiveId" clId="{5BE6B487-4761-4FB7-9C8C-8C799F215FE2}" dt="2026-01-20T14:04:34.938" v="573" actId="20577"/>
        <pc:sldMkLst>
          <pc:docMk/>
          <pc:sldMk cId="2057861822" sldId="285"/>
        </pc:sldMkLst>
        <pc:graphicFrameChg chg="mod modGraphic">
          <ac:chgData name="sandhiya dharmalingam" userId="b8a8d2942a8b15a1" providerId="LiveId" clId="{5BE6B487-4761-4FB7-9C8C-8C799F215FE2}" dt="2026-01-20T14:04:34.938" v="573" actId="20577"/>
          <ac:graphicFrameMkLst>
            <pc:docMk/>
            <pc:sldMk cId="2057861822" sldId="285"/>
            <ac:graphicFrameMk id="4" creationId="{8BB52FF3-D1EA-BCA4-304B-4BCF39DBAD90}"/>
          </ac:graphicFrameMkLst>
        </pc:graphicFrameChg>
      </pc:sldChg>
      <pc:sldChg chg="del">
        <pc:chgData name="sandhiya dharmalingam" userId="b8a8d2942a8b15a1" providerId="LiveId" clId="{5BE6B487-4761-4FB7-9C8C-8C799F215FE2}" dt="2026-01-20T14:33:53.662" v="1213" actId="47"/>
        <pc:sldMkLst>
          <pc:docMk/>
          <pc:sldMk cId="3771614570" sldId="287"/>
        </pc:sldMkLst>
      </pc:sldChg>
      <pc:sldChg chg="del">
        <pc:chgData name="sandhiya dharmalingam" userId="b8a8d2942a8b15a1" providerId="LiveId" clId="{5BE6B487-4761-4FB7-9C8C-8C799F215FE2}" dt="2026-01-20T14:33:54.900" v="1214" actId="47"/>
        <pc:sldMkLst>
          <pc:docMk/>
          <pc:sldMk cId="2561167915" sldId="288"/>
        </pc:sldMkLst>
      </pc:sldChg>
      <pc:sldChg chg="del">
        <pc:chgData name="sandhiya dharmalingam" userId="b8a8d2942a8b15a1" providerId="LiveId" clId="{5BE6B487-4761-4FB7-9C8C-8C799F215FE2}" dt="2026-01-20T13:43:21.969" v="281" actId="47"/>
        <pc:sldMkLst>
          <pc:docMk/>
          <pc:sldMk cId="1518084909" sldId="289"/>
        </pc:sldMkLst>
      </pc:sldChg>
      <pc:sldChg chg="del">
        <pc:chgData name="sandhiya dharmalingam" userId="b8a8d2942a8b15a1" providerId="LiveId" clId="{5BE6B487-4761-4FB7-9C8C-8C799F215FE2}" dt="2026-01-20T13:43:22.637" v="282" actId="47"/>
        <pc:sldMkLst>
          <pc:docMk/>
          <pc:sldMk cId="3432411395" sldId="290"/>
        </pc:sldMkLst>
      </pc:sldChg>
      <pc:sldChg chg="del">
        <pc:chgData name="sandhiya dharmalingam" userId="b8a8d2942a8b15a1" providerId="LiveId" clId="{5BE6B487-4761-4FB7-9C8C-8C799F215FE2}" dt="2026-01-20T13:43:23.456" v="283" actId="47"/>
        <pc:sldMkLst>
          <pc:docMk/>
          <pc:sldMk cId="685604669" sldId="291"/>
        </pc:sldMkLst>
      </pc:sldChg>
      <pc:sldChg chg="del">
        <pc:chgData name="sandhiya dharmalingam" userId="b8a8d2942a8b15a1" providerId="LiveId" clId="{5BE6B487-4761-4FB7-9C8C-8C799F215FE2}" dt="2026-01-20T14:34:12.843" v="1226" actId="47"/>
        <pc:sldMkLst>
          <pc:docMk/>
          <pc:sldMk cId="3219991231" sldId="294"/>
        </pc:sldMkLst>
      </pc:sldChg>
      <pc:sldChg chg="delSp mod">
        <pc:chgData name="sandhiya dharmalingam" userId="b8a8d2942a8b15a1" providerId="LiveId" clId="{5BE6B487-4761-4FB7-9C8C-8C799F215FE2}" dt="2026-01-20T14:34:44.904" v="1245" actId="478"/>
        <pc:sldMkLst>
          <pc:docMk/>
          <pc:sldMk cId="946620303" sldId="295"/>
        </pc:sldMkLst>
        <pc:spChg chg="del">
          <ac:chgData name="sandhiya dharmalingam" userId="b8a8d2942a8b15a1" providerId="LiveId" clId="{5BE6B487-4761-4FB7-9C8C-8C799F215FE2}" dt="2026-01-20T14:34:44.904" v="1245" actId="478"/>
          <ac:spMkLst>
            <pc:docMk/>
            <pc:sldMk cId="946620303" sldId="295"/>
            <ac:spMk id="6" creationId="{AD10F1DF-E38D-5101-198C-AA3C702FF3AC}"/>
          </ac:spMkLst>
        </pc:spChg>
        <pc:spChg chg="del">
          <ac:chgData name="sandhiya dharmalingam" userId="b8a8d2942a8b15a1" providerId="LiveId" clId="{5BE6B487-4761-4FB7-9C8C-8C799F215FE2}" dt="2026-01-20T14:34:43.015" v="1244" actId="478"/>
          <ac:spMkLst>
            <pc:docMk/>
            <pc:sldMk cId="946620303" sldId="295"/>
            <ac:spMk id="7" creationId="{96ECC156-D0EF-43E2-7E6D-DDC99A49E3A2}"/>
          </ac:spMkLst>
        </pc:spChg>
        <pc:picChg chg="del">
          <ac:chgData name="sandhiya dharmalingam" userId="b8a8d2942a8b15a1" providerId="LiveId" clId="{5BE6B487-4761-4FB7-9C8C-8C799F215FE2}" dt="2026-01-20T14:34:38.083" v="1241" actId="478"/>
          <ac:picMkLst>
            <pc:docMk/>
            <pc:sldMk cId="946620303" sldId="295"/>
            <ac:picMk id="4" creationId="{2BE98413-8FC6-5892-0BB1-396F94D476F8}"/>
          </ac:picMkLst>
        </pc:picChg>
        <pc:picChg chg="del">
          <ac:chgData name="sandhiya dharmalingam" userId="b8a8d2942a8b15a1" providerId="LiveId" clId="{5BE6B487-4761-4FB7-9C8C-8C799F215FE2}" dt="2026-01-20T14:34:40.889" v="1243" actId="478"/>
          <ac:picMkLst>
            <pc:docMk/>
            <pc:sldMk cId="946620303" sldId="295"/>
            <ac:picMk id="5" creationId="{A0A62365-7644-F101-F7E2-22852E7FAB03}"/>
          </ac:picMkLst>
        </pc:picChg>
        <pc:picChg chg="del">
          <ac:chgData name="sandhiya dharmalingam" userId="b8a8d2942a8b15a1" providerId="LiveId" clId="{5BE6B487-4761-4FB7-9C8C-8C799F215FE2}" dt="2026-01-20T14:34:39.596" v="1242" actId="478"/>
          <ac:picMkLst>
            <pc:docMk/>
            <pc:sldMk cId="946620303" sldId="295"/>
            <ac:picMk id="9" creationId="{C7EBA192-FCF9-36EC-D587-E2F9D3B14F0F}"/>
          </ac:picMkLst>
        </pc:picChg>
      </pc:sldChg>
      <pc:sldChg chg="del">
        <pc:chgData name="sandhiya dharmalingam" userId="b8a8d2942a8b15a1" providerId="LiveId" clId="{5BE6B487-4761-4FB7-9C8C-8C799F215FE2}" dt="2026-01-20T14:34:49.970" v="1247" actId="47"/>
        <pc:sldMkLst>
          <pc:docMk/>
          <pc:sldMk cId="2256726140" sldId="296"/>
        </pc:sldMkLst>
      </pc:sldChg>
      <pc:sldChg chg="del">
        <pc:chgData name="sandhiya dharmalingam" userId="b8a8d2942a8b15a1" providerId="LiveId" clId="{5BE6B487-4761-4FB7-9C8C-8C799F215FE2}" dt="2026-01-20T14:34:07.942" v="1222" actId="47"/>
        <pc:sldMkLst>
          <pc:docMk/>
          <pc:sldMk cId="627220014" sldId="297"/>
        </pc:sldMkLst>
      </pc:sldChg>
      <pc:sldChg chg="del">
        <pc:chgData name="sandhiya dharmalingam" userId="b8a8d2942a8b15a1" providerId="LiveId" clId="{5BE6B487-4761-4FB7-9C8C-8C799F215FE2}" dt="2026-01-20T13:28:49.852" v="246" actId="47"/>
        <pc:sldMkLst>
          <pc:docMk/>
          <pc:sldMk cId="1090889913" sldId="298"/>
        </pc:sldMkLst>
      </pc:sldChg>
      <pc:sldChg chg="del">
        <pc:chgData name="sandhiya dharmalingam" userId="b8a8d2942a8b15a1" providerId="LiveId" clId="{5BE6B487-4761-4FB7-9C8C-8C799F215FE2}" dt="2026-01-20T14:34:11.344" v="1225" actId="47"/>
        <pc:sldMkLst>
          <pc:docMk/>
          <pc:sldMk cId="1804332803" sldId="299"/>
        </pc:sldMkLst>
      </pc:sldChg>
      <pc:sldChg chg="del">
        <pc:chgData name="sandhiya dharmalingam" userId="b8a8d2942a8b15a1" providerId="LiveId" clId="{5BE6B487-4761-4FB7-9C8C-8C799F215FE2}" dt="2026-01-20T14:34:51.412" v="1249" actId="47"/>
        <pc:sldMkLst>
          <pc:docMk/>
          <pc:sldMk cId="843799809" sldId="300"/>
        </pc:sldMkLst>
      </pc:sldChg>
      <pc:sldChg chg="del">
        <pc:chgData name="sandhiya dharmalingam" userId="b8a8d2942a8b15a1" providerId="LiveId" clId="{5BE6B487-4761-4FB7-9C8C-8C799F215FE2}" dt="2026-01-20T13:39:40.715" v="258" actId="47"/>
        <pc:sldMkLst>
          <pc:docMk/>
          <pc:sldMk cId="946618330" sldId="305"/>
        </pc:sldMkLst>
      </pc:sldChg>
      <pc:sldChg chg="modSp mod">
        <pc:chgData name="sandhiya dharmalingam" userId="b8a8d2942a8b15a1" providerId="LiveId" clId="{5BE6B487-4761-4FB7-9C8C-8C799F215FE2}" dt="2026-01-20T15:03:13.683" v="1306" actId="1076"/>
        <pc:sldMkLst>
          <pc:docMk/>
          <pc:sldMk cId="1045800751" sldId="306"/>
        </pc:sldMkLst>
        <pc:spChg chg="mod">
          <ac:chgData name="sandhiya dharmalingam" userId="b8a8d2942a8b15a1" providerId="LiveId" clId="{5BE6B487-4761-4FB7-9C8C-8C799F215FE2}" dt="2026-01-20T15:03:13.683" v="1306" actId="1076"/>
          <ac:spMkLst>
            <pc:docMk/>
            <pc:sldMk cId="1045800751" sldId="306"/>
            <ac:spMk id="2" creationId="{53DBEFA7-BB4B-FBC8-7B3E-B7C7B5517D0E}"/>
          </ac:spMkLst>
        </pc:spChg>
        <pc:spChg chg="mod">
          <ac:chgData name="sandhiya dharmalingam" userId="b8a8d2942a8b15a1" providerId="LiveId" clId="{5BE6B487-4761-4FB7-9C8C-8C799F215FE2}" dt="2026-01-20T14:34:25.969" v="1239" actId="20577"/>
          <ac:spMkLst>
            <pc:docMk/>
            <pc:sldMk cId="1045800751" sldId="306"/>
            <ac:spMk id="3" creationId="{5868DF97-C281-51F3-2F86-5B44E93A9B63}"/>
          </ac:spMkLst>
        </pc:spChg>
      </pc:sldChg>
      <pc:sldChg chg="del">
        <pc:chgData name="sandhiya dharmalingam" userId="b8a8d2942a8b15a1" providerId="LiveId" clId="{5BE6B487-4761-4FB7-9C8C-8C799F215FE2}" dt="2026-01-20T14:34:50.427" v="1248" actId="47"/>
        <pc:sldMkLst>
          <pc:docMk/>
          <pc:sldMk cId="3347171442" sldId="307"/>
        </pc:sldMkLst>
      </pc:sldChg>
      <pc:sldChg chg="addSp delSp modSp add mod">
        <pc:chgData name="sandhiya dharmalingam" userId="b8a8d2942a8b15a1" providerId="LiveId" clId="{5BE6B487-4761-4FB7-9C8C-8C799F215FE2}" dt="2026-01-20T14:12:35.360" v="799" actId="20577"/>
        <pc:sldMkLst>
          <pc:docMk/>
          <pc:sldMk cId="3671246996" sldId="308"/>
        </pc:sldMkLst>
        <pc:spChg chg="del">
          <ac:chgData name="sandhiya dharmalingam" userId="b8a8d2942a8b15a1" providerId="LiveId" clId="{5BE6B487-4761-4FB7-9C8C-8C799F215FE2}" dt="2026-01-20T13:42:22.207" v="274" actId="478"/>
          <ac:spMkLst>
            <pc:docMk/>
            <pc:sldMk cId="3671246996" sldId="308"/>
            <ac:spMk id="2" creationId="{02DAF73E-19D2-C300-B28F-7384318C8517}"/>
          </ac:spMkLst>
        </pc:spChg>
        <pc:spChg chg="add del mod">
          <ac:chgData name="sandhiya dharmalingam" userId="b8a8d2942a8b15a1" providerId="LiveId" clId="{5BE6B487-4761-4FB7-9C8C-8C799F215FE2}" dt="2026-01-20T13:42:24.944" v="275" actId="478"/>
          <ac:spMkLst>
            <pc:docMk/>
            <pc:sldMk cId="3671246996" sldId="308"/>
            <ac:spMk id="4" creationId="{24DC0882-837D-27E1-12C3-AB58A8970F85}"/>
          </ac:spMkLst>
        </pc:spChg>
        <pc:spChg chg="mod">
          <ac:chgData name="sandhiya dharmalingam" userId="b8a8d2942a8b15a1" providerId="LiveId" clId="{5BE6B487-4761-4FB7-9C8C-8C799F215FE2}" dt="2026-01-20T14:12:35.360" v="799" actId="20577"/>
          <ac:spMkLst>
            <pc:docMk/>
            <pc:sldMk cId="3671246996" sldId="308"/>
            <ac:spMk id="5" creationId="{287D53E9-097A-568A-DEC4-F0064A4ED65A}"/>
          </ac:spMkLst>
        </pc:spChg>
        <pc:picChg chg="del">
          <ac:chgData name="sandhiya dharmalingam" userId="b8a8d2942a8b15a1" providerId="LiveId" clId="{5BE6B487-4761-4FB7-9C8C-8C799F215FE2}" dt="2026-01-20T13:40:15.891" v="259" actId="478"/>
          <ac:picMkLst>
            <pc:docMk/>
            <pc:sldMk cId="3671246996" sldId="308"/>
            <ac:picMk id="6" creationId="{3F48D864-6AAD-B036-1F78-D1967CBB79EC}"/>
          </ac:picMkLst>
        </pc:picChg>
        <pc:picChg chg="add del mod">
          <ac:chgData name="sandhiya dharmalingam" userId="b8a8d2942a8b15a1" providerId="LiveId" clId="{5BE6B487-4761-4FB7-9C8C-8C799F215FE2}" dt="2026-01-20T13:40:23.112" v="263" actId="478"/>
          <ac:picMkLst>
            <pc:docMk/>
            <pc:sldMk cId="3671246996" sldId="308"/>
            <ac:picMk id="1026" creationId="{2148A313-A68C-072B-4DD6-EF7D105B67AC}"/>
          </ac:picMkLst>
        </pc:picChg>
        <pc:picChg chg="add mod">
          <ac:chgData name="sandhiya dharmalingam" userId="b8a8d2942a8b15a1" providerId="LiveId" clId="{5BE6B487-4761-4FB7-9C8C-8C799F215FE2}" dt="2026-01-20T14:12:27.127" v="798" actId="1076"/>
          <ac:picMkLst>
            <pc:docMk/>
            <pc:sldMk cId="3671246996" sldId="308"/>
            <ac:picMk id="1028" creationId="{F5C51B76-0089-3F49-A72C-50F56B6A0087}"/>
          </ac:picMkLst>
        </pc:picChg>
      </pc:sldChg>
      <pc:sldChg chg="modSp add mod">
        <pc:chgData name="sandhiya dharmalingam" userId="b8a8d2942a8b15a1" providerId="LiveId" clId="{5BE6B487-4761-4FB7-9C8C-8C799F215FE2}" dt="2026-01-20T14:00:04.497" v="510" actId="14100"/>
        <pc:sldMkLst>
          <pc:docMk/>
          <pc:sldMk cId="2811736512" sldId="309"/>
        </pc:sldMkLst>
        <pc:spChg chg="mod">
          <ac:chgData name="sandhiya dharmalingam" userId="b8a8d2942a8b15a1" providerId="LiveId" clId="{5BE6B487-4761-4FB7-9C8C-8C799F215FE2}" dt="2026-01-20T13:57:03.869" v="472" actId="1076"/>
          <ac:spMkLst>
            <pc:docMk/>
            <pc:sldMk cId="2811736512" sldId="309"/>
            <ac:spMk id="2" creationId="{5C2D88DA-EBB6-E70A-84BF-CACC73D504D0}"/>
          </ac:spMkLst>
        </pc:spChg>
        <pc:spChg chg="mod">
          <ac:chgData name="sandhiya dharmalingam" userId="b8a8d2942a8b15a1" providerId="LiveId" clId="{5BE6B487-4761-4FB7-9C8C-8C799F215FE2}" dt="2026-01-20T14:00:04.497" v="510" actId="14100"/>
          <ac:spMkLst>
            <pc:docMk/>
            <pc:sldMk cId="2811736512" sldId="309"/>
            <ac:spMk id="3" creationId="{A96F9F18-F740-7BB9-10AB-14DDEA9F0137}"/>
          </ac:spMkLst>
        </pc:spChg>
      </pc:sldChg>
      <pc:sldChg chg="modSp add mod">
        <pc:chgData name="sandhiya dharmalingam" userId="b8a8d2942a8b15a1" providerId="LiveId" clId="{5BE6B487-4761-4FB7-9C8C-8C799F215FE2}" dt="2026-01-20T14:02:36.107" v="545" actId="20577"/>
        <pc:sldMkLst>
          <pc:docMk/>
          <pc:sldMk cId="3126676883" sldId="310"/>
        </pc:sldMkLst>
        <pc:spChg chg="mod">
          <ac:chgData name="sandhiya dharmalingam" userId="b8a8d2942a8b15a1" providerId="LiveId" clId="{5BE6B487-4761-4FB7-9C8C-8C799F215FE2}" dt="2026-01-20T14:02:36.107" v="545" actId="20577"/>
          <ac:spMkLst>
            <pc:docMk/>
            <pc:sldMk cId="3126676883" sldId="310"/>
            <ac:spMk id="2" creationId="{22CD4C00-3039-0679-2858-A0D64754CD58}"/>
          </ac:spMkLst>
        </pc:spChg>
        <pc:spChg chg="mod">
          <ac:chgData name="sandhiya dharmalingam" userId="b8a8d2942a8b15a1" providerId="LiveId" clId="{5BE6B487-4761-4FB7-9C8C-8C799F215FE2}" dt="2026-01-20T14:02:15.363" v="543" actId="1076"/>
          <ac:spMkLst>
            <pc:docMk/>
            <pc:sldMk cId="3126676883" sldId="310"/>
            <ac:spMk id="3" creationId="{76B0418A-9AAC-B58A-8DD9-5602D1E23AF6}"/>
          </ac:spMkLst>
        </pc:spChg>
      </pc:sldChg>
      <pc:sldChg chg="add del">
        <pc:chgData name="sandhiya dharmalingam" userId="b8a8d2942a8b15a1" providerId="LiveId" clId="{5BE6B487-4761-4FB7-9C8C-8C799F215FE2}" dt="2026-01-20T14:04:26.177" v="572" actId="47"/>
        <pc:sldMkLst>
          <pc:docMk/>
          <pc:sldMk cId="538834217" sldId="311"/>
        </pc:sldMkLst>
      </pc:sldChg>
      <pc:sldChg chg="modSp add mod">
        <pc:chgData name="sandhiya dharmalingam" userId="b8a8d2942a8b15a1" providerId="LiveId" clId="{5BE6B487-4761-4FB7-9C8C-8C799F215FE2}" dt="2026-01-20T14:28:22.060" v="1163" actId="255"/>
        <pc:sldMkLst>
          <pc:docMk/>
          <pc:sldMk cId="1779694477" sldId="311"/>
        </pc:sldMkLst>
        <pc:spChg chg="mod">
          <ac:chgData name="sandhiya dharmalingam" userId="b8a8d2942a8b15a1" providerId="LiveId" clId="{5BE6B487-4761-4FB7-9C8C-8C799F215FE2}" dt="2026-01-20T14:07:30.306" v="711" actId="1076"/>
          <ac:spMkLst>
            <pc:docMk/>
            <pc:sldMk cId="1779694477" sldId="311"/>
            <ac:spMk id="2" creationId="{2EFAD519-72EB-B59E-185C-9A5BCA3BEA3F}"/>
          </ac:spMkLst>
        </pc:spChg>
        <pc:spChg chg="mod">
          <ac:chgData name="sandhiya dharmalingam" userId="b8a8d2942a8b15a1" providerId="LiveId" clId="{5BE6B487-4761-4FB7-9C8C-8C799F215FE2}" dt="2026-01-20T14:28:22.060" v="1163" actId="255"/>
          <ac:spMkLst>
            <pc:docMk/>
            <pc:sldMk cId="1779694477" sldId="311"/>
            <ac:spMk id="3" creationId="{04F3227D-AA9D-EA3A-1F4F-3A00241B59E4}"/>
          </ac:spMkLst>
        </pc:spChg>
      </pc:sldChg>
      <pc:sldChg chg="new del">
        <pc:chgData name="sandhiya dharmalingam" userId="b8a8d2942a8b15a1" providerId="LiveId" clId="{5BE6B487-4761-4FB7-9C8C-8C799F215FE2}" dt="2026-01-20T14:04:21.271" v="570" actId="47"/>
        <pc:sldMkLst>
          <pc:docMk/>
          <pc:sldMk cId="2548836880" sldId="311"/>
        </pc:sldMkLst>
      </pc:sldChg>
      <pc:sldChg chg="add del">
        <pc:chgData name="sandhiya dharmalingam" userId="b8a8d2942a8b15a1" providerId="LiveId" clId="{5BE6B487-4761-4FB7-9C8C-8C799F215FE2}" dt="2026-01-20T13:56:39.012" v="467"/>
        <pc:sldMkLst>
          <pc:docMk/>
          <pc:sldMk cId="4196208341" sldId="311"/>
        </pc:sldMkLst>
      </pc:sldChg>
      <pc:sldChg chg="addSp delSp modSp add mod">
        <pc:chgData name="sandhiya dharmalingam" userId="b8a8d2942a8b15a1" providerId="LiveId" clId="{5BE6B487-4761-4FB7-9C8C-8C799F215FE2}" dt="2026-01-20T14:31:11.687" v="1194" actId="478"/>
        <pc:sldMkLst>
          <pc:docMk/>
          <pc:sldMk cId="28270175" sldId="312"/>
        </pc:sldMkLst>
        <pc:spChg chg="mod">
          <ac:chgData name="sandhiya dharmalingam" userId="b8a8d2942a8b15a1" providerId="LiveId" clId="{5BE6B487-4761-4FB7-9C8C-8C799F215FE2}" dt="2026-01-20T14:07:43.805" v="736" actId="14100"/>
          <ac:spMkLst>
            <pc:docMk/>
            <pc:sldMk cId="28270175" sldId="312"/>
            <ac:spMk id="2" creationId="{97BC474C-1DFD-112D-143C-30880D96126C}"/>
          </ac:spMkLst>
        </pc:spChg>
        <pc:spChg chg="mod">
          <ac:chgData name="sandhiya dharmalingam" userId="b8a8d2942a8b15a1" providerId="LiveId" clId="{5BE6B487-4761-4FB7-9C8C-8C799F215FE2}" dt="2026-01-20T14:31:02.661" v="1191" actId="20577"/>
          <ac:spMkLst>
            <pc:docMk/>
            <pc:sldMk cId="28270175" sldId="312"/>
            <ac:spMk id="3" creationId="{32C9FF99-B3D2-914F-7437-C29586131131}"/>
          </ac:spMkLst>
        </pc:spChg>
        <pc:spChg chg="add del mod">
          <ac:chgData name="sandhiya dharmalingam" userId="b8a8d2942a8b15a1" providerId="LiveId" clId="{5BE6B487-4761-4FB7-9C8C-8C799F215FE2}" dt="2026-01-20T14:31:11.687" v="1194" actId="478"/>
          <ac:spMkLst>
            <pc:docMk/>
            <pc:sldMk cId="28270175" sldId="312"/>
            <ac:spMk id="5" creationId="{F222C63F-C5F8-C2CF-245A-F1E9C7B350D3}"/>
          </ac:spMkLst>
        </pc:spChg>
      </pc:sldChg>
      <pc:sldChg chg="modSp add mod">
        <pc:chgData name="sandhiya dharmalingam" userId="b8a8d2942a8b15a1" providerId="LiveId" clId="{5BE6B487-4761-4FB7-9C8C-8C799F215FE2}" dt="2026-01-20T14:32:41.162" v="1211" actId="255"/>
        <pc:sldMkLst>
          <pc:docMk/>
          <pc:sldMk cId="1049321360" sldId="313"/>
        </pc:sldMkLst>
        <pc:spChg chg="mod">
          <ac:chgData name="sandhiya dharmalingam" userId="b8a8d2942a8b15a1" providerId="LiveId" clId="{5BE6B487-4761-4FB7-9C8C-8C799F215FE2}" dt="2026-01-20T14:08:01.168" v="760" actId="20577"/>
          <ac:spMkLst>
            <pc:docMk/>
            <pc:sldMk cId="1049321360" sldId="313"/>
            <ac:spMk id="2" creationId="{2ECCE90B-8BA6-18E2-28FB-C36D36703927}"/>
          </ac:spMkLst>
        </pc:spChg>
        <pc:spChg chg="mod">
          <ac:chgData name="sandhiya dharmalingam" userId="b8a8d2942a8b15a1" providerId="LiveId" clId="{5BE6B487-4761-4FB7-9C8C-8C799F215FE2}" dt="2026-01-20T14:32:41.162" v="1211" actId="255"/>
          <ac:spMkLst>
            <pc:docMk/>
            <pc:sldMk cId="1049321360" sldId="313"/>
            <ac:spMk id="3" creationId="{AB64DAD3-2C8E-4005-C171-CAA8216B3A72}"/>
          </ac:spMkLst>
        </pc:spChg>
      </pc:sldChg>
      <pc:sldChg chg="add del">
        <pc:chgData name="sandhiya dharmalingam" userId="b8a8d2942a8b15a1" providerId="LiveId" clId="{5BE6B487-4761-4FB7-9C8C-8C799F215FE2}" dt="2026-01-20T14:07:03.618" v="687" actId="47"/>
        <pc:sldMkLst>
          <pc:docMk/>
          <pc:sldMk cId="2595567193" sldId="314"/>
        </pc:sldMkLst>
      </pc:sldChg>
      <pc:sldChg chg="add del">
        <pc:chgData name="sandhiya dharmalingam" userId="b8a8d2942a8b15a1" providerId="LiveId" clId="{5BE6B487-4761-4FB7-9C8C-8C799F215FE2}" dt="2026-01-20T14:07:04.475" v="688" actId="47"/>
        <pc:sldMkLst>
          <pc:docMk/>
          <pc:sldMk cId="1609683217" sldId="315"/>
        </pc:sldMkLst>
      </pc:sldChg>
      <pc:sldChg chg="add del">
        <pc:chgData name="sandhiya dharmalingam" userId="b8a8d2942a8b15a1" providerId="LiveId" clId="{5BE6B487-4761-4FB7-9C8C-8C799F215FE2}" dt="2026-01-20T14:07:05.601" v="689" actId="47"/>
        <pc:sldMkLst>
          <pc:docMk/>
          <pc:sldMk cId="3054958213" sldId="316"/>
        </pc:sldMkLst>
      </pc:sldChg>
      <pc:sldChg chg="modSp add mod">
        <pc:chgData name="sandhiya dharmalingam" userId="b8a8d2942a8b15a1" providerId="LiveId" clId="{5BE6B487-4761-4FB7-9C8C-8C799F215FE2}" dt="2026-01-20T15:03:32.255" v="1308" actId="20577"/>
        <pc:sldMkLst>
          <pc:docMk/>
          <pc:sldMk cId="1020993034" sldId="317"/>
        </pc:sldMkLst>
        <pc:spChg chg="mod">
          <ac:chgData name="sandhiya dharmalingam" userId="b8a8d2942a8b15a1" providerId="LiveId" clId="{5BE6B487-4761-4FB7-9C8C-8C799F215FE2}" dt="2026-01-20T15:03:32.255" v="1308" actId="20577"/>
          <ac:spMkLst>
            <pc:docMk/>
            <pc:sldMk cId="1020993034" sldId="317"/>
            <ac:spMk id="2" creationId="{38ED991F-965E-4480-0042-ECE39B6F2531}"/>
          </ac:spMkLst>
        </pc:spChg>
        <pc:spChg chg="mod">
          <ac:chgData name="sandhiya dharmalingam" userId="b8a8d2942a8b15a1" providerId="LiveId" clId="{5BE6B487-4761-4FB7-9C8C-8C799F215FE2}" dt="2026-01-20T15:03:30.281" v="1307" actId="20577"/>
          <ac:spMkLst>
            <pc:docMk/>
            <pc:sldMk cId="1020993034" sldId="317"/>
            <ac:spMk id="3" creationId="{FF9EC42E-F012-68B3-42EB-A373170B6968}"/>
          </ac:spMkLst>
        </pc:spChg>
      </pc:sldChg>
      <pc:sldChg chg="add del">
        <pc:chgData name="sandhiya dharmalingam" userId="b8a8d2942a8b15a1" providerId="LiveId" clId="{5BE6B487-4761-4FB7-9C8C-8C799F215FE2}" dt="2026-01-20T14:06:59.789" v="685" actId="47"/>
        <pc:sldMkLst>
          <pc:docMk/>
          <pc:sldMk cId="3630742087" sldId="318"/>
        </pc:sldMkLst>
      </pc:sldChg>
      <pc:sldChg chg="modSp add mod">
        <pc:chgData name="sandhiya dharmalingam" userId="b8a8d2942a8b15a1" providerId="LiveId" clId="{5BE6B487-4761-4FB7-9C8C-8C799F215FE2}" dt="2026-01-20T15:03:37.331" v="1310" actId="20577"/>
        <pc:sldMkLst>
          <pc:docMk/>
          <pc:sldMk cId="4200035146" sldId="318"/>
        </pc:sldMkLst>
        <pc:spChg chg="mod">
          <ac:chgData name="sandhiya dharmalingam" userId="b8a8d2942a8b15a1" providerId="LiveId" clId="{5BE6B487-4761-4FB7-9C8C-8C799F215FE2}" dt="2026-01-20T15:03:35.516" v="1309" actId="20577"/>
          <ac:spMkLst>
            <pc:docMk/>
            <pc:sldMk cId="4200035146" sldId="318"/>
            <ac:spMk id="2" creationId="{2300BB8B-CAD2-61DE-E5BA-BA6A2559F950}"/>
          </ac:spMkLst>
        </pc:spChg>
        <pc:spChg chg="mod">
          <ac:chgData name="sandhiya dharmalingam" userId="b8a8d2942a8b15a1" providerId="LiveId" clId="{5BE6B487-4761-4FB7-9C8C-8C799F215FE2}" dt="2026-01-20T15:03:37.331" v="1310" actId="20577"/>
          <ac:spMkLst>
            <pc:docMk/>
            <pc:sldMk cId="4200035146" sldId="318"/>
            <ac:spMk id="3" creationId="{FA77BF4B-939B-2B42-B20B-BFF93E78D26D}"/>
          </ac:spMkLst>
        </pc:spChg>
      </pc:sldChg>
      <pc:sldChg chg="modSp add mod">
        <pc:chgData name="sandhiya dharmalingam" userId="b8a8d2942a8b15a1" providerId="LiveId" clId="{5BE6B487-4761-4FB7-9C8C-8C799F215FE2}" dt="2026-01-20T15:00:26.614" v="1263" actId="1076"/>
        <pc:sldMkLst>
          <pc:docMk/>
          <pc:sldMk cId="3069289559" sldId="319"/>
        </pc:sldMkLst>
        <pc:spChg chg="mod">
          <ac:chgData name="sandhiya dharmalingam" userId="b8a8d2942a8b15a1" providerId="LiveId" clId="{5BE6B487-4761-4FB7-9C8C-8C799F215FE2}" dt="2026-01-20T15:00:26.614" v="1263" actId="1076"/>
          <ac:spMkLst>
            <pc:docMk/>
            <pc:sldMk cId="3069289559" sldId="319"/>
            <ac:spMk id="2" creationId="{CDF6ED70-49CA-E366-E47D-DDBDC668E8B9}"/>
          </ac:spMkLst>
        </pc:spChg>
      </pc:sldChg>
      <pc:sldChg chg="add del">
        <pc:chgData name="sandhiya dharmalingam" userId="b8a8d2942a8b15a1" providerId="LiveId" clId="{5BE6B487-4761-4FB7-9C8C-8C799F215FE2}" dt="2026-01-20T14:07:00.505" v="686" actId="47"/>
        <pc:sldMkLst>
          <pc:docMk/>
          <pc:sldMk cId="4294368946" sldId="319"/>
        </pc:sldMkLst>
      </pc:sldChg>
      <pc:sldChg chg="add del">
        <pc:chgData name="sandhiya dharmalingam" userId="b8a8d2942a8b15a1" providerId="LiveId" clId="{5BE6B487-4761-4FB7-9C8C-8C799F215FE2}" dt="2026-01-20T14:05:11.827" v="584" actId="47"/>
        <pc:sldMkLst>
          <pc:docMk/>
          <pc:sldMk cId="219050600" sldId="320"/>
        </pc:sldMkLst>
      </pc:sldChg>
      <pc:sldChg chg="modSp add mod">
        <pc:chgData name="sandhiya dharmalingam" userId="b8a8d2942a8b15a1" providerId="LiveId" clId="{5BE6B487-4761-4FB7-9C8C-8C799F215FE2}" dt="2026-01-20T15:02:51.126" v="1304" actId="20577"/>
        <pc:sldMkLst>
          <pc:docMk/>
          <pc:sldMk cId="3350506243" sldId="320"/>
        </pc:sldMkLst>
        <pc:spChg chg="mod">
          <ac:chgData name="sandhiya dharmalingam" userId="b8a8d2942a8b15a1" providerId="LiveId" clId="{5BE6B487-4761-4FB7-9C8C-8C799F215FE2}" dt="2026-01-20T15:02:48.325" v="1303" actId="20577"/>
          <ac:spMkLst>
            <pc:docMk/>
            <pc:sldMk cId="3350506243" sldId="320"/>
            <ac:spMk id="2" creationId="{79ED7C71-29CA-FAC5-C30A-7BE28D4AF97B}"/>
          </ac:spMkLst>
        </pc:spChg>
        <pc:spChg chg="mod">
          <ac:chgData name="sandhiya dharmalingam" userId="b8a8d2942a8b15a1" providerId="LiveId" clId="{5BE6B487-4761-4FB7-9C8C-8C799F215FE2}" dt="2026-01-20T15:02:51.126" v="1304" actId="20577"/>
          <ac:spMkLst>
            <pc:docMk/>
            <pc:sldMk cId="3350506243" sldId="320"/>
            <ac:spMk id="3" creationId="{BFB0118C-BB0B-2800-09EA-4B2196B9121D}"/>
          </ac:spMkLst>
        </pc:spChg>
      </pc:sldChg>
      <pc:sldChg chg="modSp add mod">
        <pc:chgData name="sandhiya dharmalingam" userId="b8a8d2942a8b15a1" providerId="LiveId" clId="{5BE6B487-4761-4FB7-9C8C-8C799F215FE2}" dt="2026-01-20T15:02:55.803" v="1305" actId="20577"/>
        <pc:sldMkLst>
          <pc:docMk/>
          <pc:sldMk cId="3901356746" sldId="321"/>
        </pc:sldMkLst>
        <pc:spChg chg="mod">
          <ac:chgData name="sandhiya dharmalingam" userId="b8a8d2942a8b15a1" providerId="LiveId" clId="{5BE6B487-4761-4FB7-9C8C-8C799F215FE2}" dt="2026-01-20T15:01:59.383" v="1293" actId="1076"/>
          <ac:spMkLst>
            <pc:docMk/>
            <pc:sldMk cId="3901356746" sldId="321"/>
            <ac:spMk id="2" creationId="{80B20058-8021-8FD3-C829-8C3588A8B3CB}"/>
          </ac:spMkLst>
        </pc:spChg>
        <pc:spChg chg="mod">
          <ac:chgData name="sandhiya dharmalingam" userId="b8a8d2942a8b15a1" providerId="LiveId" clId="{5BE6B487-4761-4FB7-9C8C-8C799F215FE2}" dt="2026-01-20T15:02:55.803" v="1305" actId="20577"/>
          <ac:spMkLst>
            <pc:docMk/>
            <pc:sldMk cId="3901356746" sldId="321"/>
            <ac:spMk id="3" creationId="{FD696650-730C-94C5-99F6-CEC9CDBB4E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2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8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9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0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9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3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5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97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8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1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FA752A9-2608-41B6-A123-E7F3D930FDF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A102985-E1C1-457F-81D7-49FB91960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9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cs.toronto.edu/~kriz/cifar.html" TargetMode="Externa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cs.toronto.edu/~kriz/cifar.html" TargetMode="Externa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kaggle.com/datasets/hojjatk/mnist-dataset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mrita Vishwa Vidyapeetham Logo PNG Vector (SVG) Free Download">
            <a:extLst>
              <a:ext uri="{FF2B5EF4-FFF2-40B4-BE49-F238E27FC236}">
                <a16:creationId xmlns:a16="http://schemas.microsoft.com/office/drawing/2014/main" id="{B0D370DF-1AF8-E967-D435-6A8B15F63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3264310" y="401428"/>
            <a:ext cx="5663380" cy="131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47;p26">
            <a:extLst>
              <a:ext uri="{FF2B5EF4-FFF2-40B4-BE49-F238E27FC236}">
                <a16:creationId xmlns:a16="http://schemas.microsoft.com/office/drawing/2014/main" id="{72BD539B-995D-5EAE-5F2A-1CF1920E3D6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21781" y="1936953"/>
            <a:ext cx="8810245" cy="20519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MATHEMATICS FOR COMPUTNG – 4</a:t>
            </a:r>
            <a:br>
              <a:rPr lang="en-US" sz="3200" b="1" dirty="0">
                <a:solidFill>
                  <a:schemeClr val="bg1"/>
                </a:solidFill>
                <a:latin typeface="Biome" panose="020B0503030204020804" pitchFamily="34" charset="0"/>
                <a:ea typeface="Instrument Sans Semi Bold" pitchFamily="34" charset="-122"/>
                <a:cs typeface="Biome" panose="020B05030302040208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Biome" panose="020B0503030204020804" pitchFamily="34" charset="0"/>
                <a:ea typeface="Instrument Sans Semi Bold" pitchFamily="34" charset="-122"/>
                <a:cs typeface="Biome" panose="020B0503030204020804" pitchFamily="34" charset="0"/>
              </a:rPr>
            </a:br>
            <a:r>
              <a:rPr lang="en-GB" sz="2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EXTREMELY LOW BIT NEURAL NETWORK : </a:t>
            </a:r>
            <a:br>
              <a:rPr lang="en-GB" sz="2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GB" sz="2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SQUEEZE  THE LAST BIT OUT WITH ADMM</a:t>
            </a:r>
            <a:br>
              <a:rPr lang="en-US" sz="24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endParaRPr lang="en-IN" sz="2400" b="1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Google Shape;148;p26">
            <a:extLst>
              <a:ext uri="{FF2B5EF4-FFF2-40B4-BE49-F238E27FC236}">
                <a16:creationId xmlns:a16="http://schemas.microsoft.com/office/drawing/2014/main" id="{6ACA14F0-989C-E342-7530-A366894136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66750" y="4206875"/>
            <a:ext cx="9229725" cy="16462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DONE BY :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GROUP-4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1.ABDUL AZHAR              -  CB.SC.U4AIE24301 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2.DEEPAK PRABHU.R    -  CB.SC.U4AIE24312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3.PRANESH.M                   -  CB.SC.U4AIE24345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4.SANDHIYA.D                  -  CB.SC.U4AIE24353</a:t>
            </a:r>
          </a:p>
        </p:txBody>
      </p:sp>
    </p:spTree>
    <p:extLst>
      <p:ext uri="{BB962C8B-B14F-4D97-AF65-F5344CB8AC3E}">
        <p14:creationId xmlns:p14="http://schemas.microsoft.com/office/powerpoint/2010/main" val="366936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898E-8507-072D-E304-246719EC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116" y="248592"/>
            <a:ext cx="5171768" cy="72480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dirty="0">
                <a:latin typeface="Biome" panose="020B0503030204020804" pitchFamily="34" charset="0"/>
                <a:cs typeface="Biome" panose="020B0503030204020804" pitchFamily="34" charset="0"/>
              </a:rPr>
              <a:t>TABLE OF CONTENTS</a:t>
            </a:r>
            <a:endParaRPr lang="en-US"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B52FF3-D1EA-BCA4-304B-4BCF39DBA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063598"/>
              </p:ext>
            </p:extLst>
          </p:nvPr>
        </p:nvGraphicFramePr>
        <p:xfrm>
          <a:off x="1909916" y="1052051"/>
          <a:ext cx="8952271" cy="522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763">
                  <a:extLst>
                    <a:ext uri="{9D8B030D-6E8A-4147-A177-3AD203B41FA5}">
                      <a16:colId xmlns:a16="http://schemas.microsoft.com/office/drawing/2014/main" val="2306868342"/>
                    </a:ext>
                  </a:extLst>
                </a:gridCol>
                <a:gridCol w="6420450">
                  <a:extLst>
                    <a:ext uri="{9D8B030D-6E8A-4147-A177-3AD203B41FA5}">
                      <a16:colId xmlns:a16="http://schemas.microsoft.com/office/drawing/2014/main" val="3567697895"/>
                    </a:ext>
                  </a:extLst>
                </a:gridCol>
                <a:gridCol w="1374058">
                  <a:extLst>
                    <a:ext uri="{9D8B030D-6E8A-4147-A177-3AD203B41FA5}">
                      <a16:colId xmlns:a16="http://schemas.microsoft.com/office/drawing/2014/main" val="301982203"/>
                    </a:ext>
                  </a:extLst>
                </a:gridCol>
              </a:tblGrid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SL.NO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CONTENT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SLIDE NO.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242994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1.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INTRODUCTION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3-5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166909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2.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PROBLEM STATEMENT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6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728408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3.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OPTIMIZATION PROBLEM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874178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4.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LAGRANGIAN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604537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5.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UPDATE EQUATIONS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492161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6.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DATASET DESCRIPTION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893223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7.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COMPUTATIONAL DETAILS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207607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8.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RESULTS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855183"/>
                  </a:ext>
                </a:extLst>
              </a:tr>
              <a:tr h="52220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9.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REFERENCE</a:t>
                      </a:r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400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86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120D-0B6B-6CEC-CDC7-8CC11FE6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7155" y="310268"/>
            <a:ext cx="4812890" cy="753151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1.1 INTRODUCTION 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9FCD-0EEF-1D45-1A9C-832041675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97" y="1137868"/>
            <a:ext cx="11941277" cy="572013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Modern deep neural networks are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accurate but extremely heavy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in memory and computation, making them impractical for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edge devices, embedded systems, and low-power hardware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The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main idea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of this project is to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compress neural networks by forcing weights to use only 1 or 2 bits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(binary or ternary) instead of 32-bit floating point numbers.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If weights are only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{-1, 0, +1} or {-1, +1}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, then: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Multiplications can be replaced by </a:t>
            </a: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additions and bit operations</a:t>
            </a:r>
            <a:endParaRPr lang="en-GB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Memory usage drops by </a:t>
            </a: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16× to 32×</a:t>
            </a:r>
            <a:endParaRPr lang="en-GB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Inference becomes </a:t>
            </a: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much faster and energy-efficient</a:t>
            </a:r>
            <a:endParaRPr lang="en-GB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But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naively rounding weights destroys accuracy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because training neural networks with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discrete constraints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is a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hard non-convex combinatorial optimization problem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So the problem is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reformulated as a constrained optimization problem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:</a:t>
            </a:r>
          </a:p>
          <a:p>
            <a:pPr marL="0" indent="0" algn="ctr">
              <a:buNone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Minimize loss</a:t>
            </a:r>
            <a:b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Subject to : weights ∈ {−1, 0, +1}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This is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NP-hard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if solved directly.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2E8A1CE3-1A60-737E-A656-C46B3A9A4D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26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6D123-2151-11A6-CB5E-D78968C2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88DA-EBB6-E70A-84BF-CACC73D5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961" y="369262"/>
            <a:ext cx="4812890" cy="753151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1.2 INTRODUCTION 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F9F18-F740-7BB9-10AB-14DDEA9F0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293925"/>
            <a:ext cx="11040244" cy="493972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To solve this, we use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ADMM (Alternating Direction Method of Multipliers)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to: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Separate continuous weights (W)</a:t>
            </a: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 from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Discrete quantized weights (G)</a:t>
            </a:r>
            <a:endParaRPr lang="en-GB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force them to agree gradually during training</a:t>
            </a:r>
            <a:endParaRPr lang="en-GB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This converts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one impossible problem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into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three easy subproblems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W-step:</a:t>
            </a: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 Train normal floating-point weights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G-step:</a:t>
            </a: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 Quantize weights to ternary/binary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b="1" dirty="0">
                <a:latin typeface="Biome" panose="020B0503030204020804" pitchFamily="34" charset="0"/>
                <a:cs typeface="Biome" panose="020B0503030204020804" pitchFamily="34" charset="0"/>
              </a:rPr>
              <a:t>λ-step:</a:t>
            </a:r>
            <a:r>
              <a:rPr lang="en-GB" dirty="0">
                <a:latin typeface="Biome" panose="020B0503030204020804" pitchFamily="34" charset="0"/>
                <a:cs typeface="Biome" panose="020B0503030204020804" pitchFamily="34" charset="0"/>
              </a:rPr>
              <a:t> Penalize the difference between them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This loop slowly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pushes W into the discrete set without affecting the accuracy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The projection (quantization) step uses a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mathematically optimal ternary approximation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:</a:t>
            </a:r>
          </a:p>
          <a:p>
            <a:pPr algn="ctr"/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W ≈ α · Q, where Q ∈ {−1, 0, +1}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So, you don’t just round randomly. You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optimize the scale α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.</a:t>
            </a:r>
          </a:p>
          <a:p>
            <a:endParaRPr lang="en-GB" sz="2000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75717F10-B43E-E709-7113-2F12646713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3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5CF9-D75A-F1A6-A3E8-7338DB8B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4C00-3039-0679-2858-A0D64754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7" y="703559"/>
            <a:ext cx="4812890" cy="753151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1.3 INTRODUCTION 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418A-9AAC-B58A-8DD9-5602D1E23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874028"/>
            <a:ext cx="10753725" cy="37661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The result is a network that 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sz="1900" dirty="0">
                <a:latin typeface="Biome" panose="020B0503030204020804" pitchFamily="34" charset="0"/>
                <a:cs typeface="Biome" panose="020B0503030204020804" pitchFamily="34" charset="0"/>
              </a:rPr>
              <a:t>Runs using </a:t>
            </a:r>
            <a:r>
              <a:rPr lang="en-GB" sz="1900" b="1" dirty="0">
                <a:latin typeface="Biome" panose="020B0503030204020804" pitchFamily="34" charset="0"/>
                <a:cs typeface="Biome" panose="020B0503030204020804" pitchFamily="34" charset="0"/>
              </a:rPr>
              <a:t>almost no multiplications</a:t>
            </a:r>
            <a:endParaRPr lang="en-GB" sz="1900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sz="1900" dirty="0">
                <a:latin typeface="Biome" panose="020B0503030204020804" pitchFamily="34" charset="0"/>
                <a:cs typeface="Biome" panose="020B0503030204020804" pitchFamily="34" charset="0"/>
              </a:rPr>
              <a:t>Uses </a:t>
            </a:r>
            <a:r>
              <a:rPr lang="en-GB" sz="1900" b="1" dirty="0">
                <a:latin typeface="Biome" panose="020B0503030204020804" pitchFamily="34" charset="0"/>
                <a:cs typeface="Biome" panose="020B0503030204020804" pitchFamily="34" charset="0"/>
              </a:rPr>
              <a:t>extremely low memory</a:t>
            </a:r>
            <a:endParaRPr lang="en-GB" sz="1900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sz="1900" dirty="0">
                <a:latin typeface="Biome" panose="020B0503030204020804" pitchFamily="34" charset="0"/>
                <a:cs typeface="Biome" panose="020B0503030204020804" pitchFamily="34" charset="0"/>
              </a:rPr>
              <a:t>Keeps </a:t>
            </a:r>
            <a:r>
              <a:rPr lang="en-GB" sz="1900" b="1" dirty="0">
                <a:latin typeface="Biome" panose="020B0503030204020804" pitchFamily="34" charset="0"/>
                <a:cs typeface="Biome" panose="020B0503030204020804" pitchFamily="34" charset="0"/>
              </a:rPr>
              <a:t>accuracy surprisingly close to full-precision models</a:t>
            </a:r>
          </a:p>
          <a:p>
            <a:pPr lvl="5">
              <a:buFont typeface="Courier New" panose="02070309020205020404" pitchFamily="49" charset="0"/>
              <a:buChar char="o"/>
            </a:pPr>
            <a:endParaRPr lang="en-GB" sz="1900" dirty="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This project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implements this ADMM-based training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and </a:t>
            </a:r>
            <a:r>
              <a:rPr lang="en-GB" sz="2000" b="1" dirty="0">
                <a:latin typeface="Biome" panose="020B0503030204020804" pitchFamily="34" charset="0"/>
                <a:cs typeface="Biome" panose="020B0503030204020804" pitchFamily="34" charset="0"/>
              </a:rPr>
              <a:t>demonstrates </a:t>
            </a: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: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sz="1900" dirty="0">
                <a:latin typeface="Biome" panose="020B0503030204020804" pitchFamily="34" charset="0"/>
                <a:cs typeface="Biome" panose="020B0503030204020804" pitchFamily="34" charset="0"/>
              </a:rPr>
              <a:t>Float vs Ternary accuracy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sz="1900" dirty="0">
                <a:latin typeface="Biome" panose="020B0503030204020804" pitchFamily="34" charset="0"/>
                <a:cs typeface="Biome" panose="020B0503030204020804" pitchFamily="34" charset="0"/>
              </a:rPr>
              <a:t>Convergence behaviour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en-GB" sz="1900" dirty="0">
                <a:latin typeface="Biome" panose="020B0503030204020804" pitchFamily="34" charset="0"/>
                <a:cs typeface="Biome" panose="020B0503030204020804" pitchFamily="34" charset="0"/>
              </a:rPr>
              <a:t>Actual ternary weight distributions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D058273E-2998-364C-639D-5DBA9246BB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7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1EC7-2804-A004-98EC-2DD0D810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12" y="1078748"/>
            <a:ext cx="10780776" cy="613283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2. PROBLEM STATEMENT 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8FF3D-715F-013B-0E1B-2F6DBA6D8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611" y="1956620"/>
            <a:ext cx="11004608" cy="42475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 neural networks rely on </a:t>
            </a:r>
            <a:r>
              <a:rPr lang="en-GB" sz="20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32-bit floating point weights</a:t>
            </a: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which leads to </a:t>
            </a:r>
            <a:r>
              <a:rPr lang="en-GB" sz="20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high memory usage, high bandwidth cost, and high energy consumption</a:t>
            </a: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during inference.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For deployment on </a:t>
            </a:r>
            <a:r>
              <a:rPr lang="en-GB" sz="20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edge devices, embedded systems, and specialized accelerators</a:t>
            </a: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, this computational and memory cost becomes the issue.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 solution is to </a:t>
            </a:r>
            <a:r>
              <a:rPr lang="en-GB" sz="20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restrict weights to extremely low precision</a:t>
            </a: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(binary or ternary), but this introduces </a:t>
            </a:r>
            <a:r>
              <a:rPr lang="en-GB" sz="20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discrete constraints</a:t>
            </a: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into the training process.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Training a neural network with </a:t>
            </a:r>
            <a:r>
              <a:rPr lang="en-GB" sz="20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discrete-valued parameters</a:t>
            </a:r>
            <a:r>
              <a:rPr lang="en-GB" sz="2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is fundamentally difficult because the optimization problem becomes </a:t>
            </a:r>
            <a:r>
              <a:rPr lang="en-GB" sz="2000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non-differentiable (sign function).</a:t>
            </a:r>
            <a:endParaRPr lang="en-GB" sz="20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778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54B1-BF90-5DE7-7C6D-0A898DBE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D519-72EB-B59E-185C-9A5BCA3B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3529" y="546243"/>
            <a:ext cx="5560141" cy="7531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3. OPTIMIZATION PROBLEM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F3227D-AA9D-EA3A-1F4F-3A00241B59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1874028"/>
                <a:ext cx="10753725" cy="3766185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Biome" panose="020B0503030204020804" pitchFamily="34" charset="0"/>
                    <a:cs typeface="Biome" panose="020B0503030204020804" pitchFamily="34" charset="0"/>
                  </a:rPr>
                  <a:t> Goal:</a:t>
                </a:r>
              </a:p>
              <a:p>
                <a:r>
                  <a:rPr lang="en-US" sz="2000" dirty="0">
                    <a:latin typeface="Biome" panose="020B0503030204020804" pitchFamily="34" charset="0"/>
                    <a:cs typeface="Biome" panose="020B0503030204020804" pitchFamily="34" charset="0"/>
                  </a:rPr>
                  <a:t>Train a neural network while </a:t>
                </a:r>
                <a:r>
                  <a:rPr lang="en-US" sz="2000" b="1" dirty="0">
                    <a:latin typeface="Biome" panose="020B0503030204020804" pitchFamily="34" charset="0"/>
                    <a:cs typeface="Biome" panose="020B0503030204020804" pitchFamily="34" charset="0"/>
                  </a:rPr>
                  <a:t>forcing all weights to be ternary</a:t>
                </a:r>
                <a:r>
                  <a:rPr lang="en-US" sz="2000" dirty="0">
                    <a:latin typeface="Biome" panose="020B0503030204020804" pitchFamily="34" charset="0"/>
                    <a:cs typeface="Biome" panose="020B0503030204020804" pitchFamily="34" charset="0"/>
                  </a:rPr>
                  <a:t>: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    </m:t>
                    </m:r>
                    <m:r>
                      <a:rPr lang="en-US" sz="2000" i="1"/>
                      <m:t>𝑊</m:t>
                    </m:r>
                    <m:r>
                      <a:rPr lang="en-US" sz="2000"/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SA" sz="2000" i="1"/>
                        </m:ctrlPr>
                      </m:dPr>
                      <m:e>
                        <m:r>
                          <a:rPr lang="ar-SA" sz="2000"/>
                          <m:t>−</m:t>
                        </m:r>
                      </m:e>
                      <m:e>
                        <m:r>
                          <a:rPr lang="ar-SA" sz="2000" i="1"/>
                          <m:t>𝛼</m:t>
                        </m:r>
                      </m:e>
                      <m:e>
                        <m:r>
                          <a:rPr lang="ar-SA" sz="2000"/>
                          <m:t>0</m:t>
                        </m:r>
                        <m:r>
                          <a:rPr lang="ar-SA" sz="2000"/>
                          <m:t>+</m:t>
                        </m:r>
                        <m:r>
                          <a:rPr lang="ar-SA" sz="2000" i="1"/>
                          <m:t>𝛼</m:t>
                        </m:r>
                      </m:e>
                    </m:d>
                  </m:oMath>
                </a14:m>
                <a:r>
                  <a:rPr lang="en-GB" sz="2000" dirty="0">
                    <a:latin typeface="Biome" panose="020B0503030204020804" pitchFamily="34" charset="0"/>
                    <a:cs typeface="Biome" panose="020B0503030204020804" pitchFamily="34" charset="0"/>
                  </a:rPr>
                  <a:t>              </a:t>
                </a:r>
                <a:endParaRPr lang="ar-SA" sz="2000" dirty="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Biome" panose="020B0503030204020804" pitchFamily="34" charset="0"/>
                    <a:cs typeface="Biome" panose="020B0503030204020804" pitchFamily="34" charset="0"/>
                  </a:rPr>
                  <a:t> Original Problem:</a:t>
                </a:r>
              </a:p>
              <a:p>
                <a:pPr algn="ctr"/>
                <a:r>
                  <a:rPr lang="en-GB" sz="2000" i="1" dirty="0">
                    <a:latin typeface="Biome" panose="020B0503030204020804" pitchFamily="34" charset="0"/>
                    <a:cs typeface="Biome" panose="020B0503030204020804" pitchFamily="34" charset="0"/>
                  </a:rPr>
                  <a:t>min </a:t>
                </a:r>
                <a14:m>
                  <m:oMath xmlns:m="http://schemas.openxmlformats.org/officeDocument/2006/math">
                    <m:r>
                      <a:rPr lang="ar-SA" sz="2000" i="1"/>
                      <m:t>𝑓</m:t>
                    </m:r>
                    <m:d>
                      <m:dPr>
                        <m:ctrlPr>
                          <a:rPr lang="ar-SA" sz="2000" i="1"/>
                        </m:ctrlPr>
                      </m:dPr>
                      <m:e>
                        <m:r>
                          <a:rPr lang="ar-SA" sz="2000" i="1"/>
                          <m:t>𝑊</m:t>
                        </m:r>
                      </m:e>
                    </m:d>
                    <m:r>
                      <m:rPr>
                        <m:nor/>
                      </m:rPr>
                      <a:rPr lang="en-GB" sz="2000" b="0" i="1" smtClean="0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1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subject</m:t>
                    </m:r>
                    <m:r>
                      <m:rPr>
                        <m:nor/>
                      </m:rPr>
                      <a:rPr lang="en-US" sz="2000" i="1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1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to</m:t>
                    </m:r>
                    <m:r>
                      <a:rPr lang="en-US" sz="2000" i="1"/>
                      <m:t> </m:t>
                    </m:r>
                    <m:r>
                      <a:rPr lang="en-US" sz="2000" i="1"/>
                      <m:t>𝑊</m:t>
                    </m:r>
                    <m:r>
                      <a:rPr lang="en-US" sz="2000" i="1"/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SA" sz="2000" i="1"/>
                        </m:ctrlPr>
                      </m:dPr>
                      <m:e>
                        <m:r>
                          <a:rPr lang="ar-SA" sz="2000" i="1"/>
                          <m:t>−</m:t>
                        </m:r>
                      </m:e>
                      <m:e>
                        <m:r>
                          <a:rPr lang="ar-SA" sz="2000" i="1"/>
                          <m:t>𝛼</m:t>
                        </m:r>
                      </m:e>
                      <m:e>
                        <m:r>
                          <a:rPr lang="ar-SA" sz="2000" i="1"/>
                          <m:t>0</m:t>
                        </m:r>
                        <m:r>
                          <a:rPr lang="ar-SA" sz="2000" i="1"/>
                          <m:t>+</m:t>
                        </m:r>
                        <m:r>
                          <a:rPr lang="ar-SA" sz="2000" i="1"/>
                          <m:t>𝛼</m:t>
                        </m:r>
                      </m:e>
                    </m:d>
                  </m:oMath>
                </a14:m>
                <a:endParaRPr lang="ar-SA" sz="2000" b="0" i="1" dirty="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r>
                  <a:rPr lang="en-US" sz="2000" dirty="0">
                    <a:latin typeface="Biome" panose="020B0503030204020804" pitchFamily="34" charset="0"/>
                    <a:cs typeface="Biome" panose="020B0503030204020804" pitchFamily="34" charset="0"/>
                  </a:rPr>
                  <a:t>Where:</a:t>
                </a:r>
              </a:p>
              <a:p>
                <a:pPr lvl="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/>
                      <m:t>𝑊</m:t>
                    </m:r>
                  </m:oMath>
                </a14:m>
                <a:r>
                  <a:rPr lang="en-US" dirty="0">
                    <a:latin typeface="Biome" panose="020B0503030204020804" pitchFamily="34" charset="0"/>
                    <a:cs typeface="Biome" panose="020B0503030204020804" pitchFamily="34" charset="0"/>
                  </a:rPr>
                  <a:t>= network weights</a:t>
                </a:r>
              </a:p>
              <a:p>
                <a:pPr lvl="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ctrlPr>
                          <a:rPr lang="ar-SA" i="1"/>
                        </m:ctrlPr>
                      </m:dPr>
                      <m:e>
                        <m:r>
                          <a:rPr lang="ar-SA" i="1"/>
                          <m:t>𝑊</m:t>
                        </m:r>
                      </m:e>
                    </m:d>
                  </m:oMath>
                </a14:m>
                <a:r>
                  <a:rPr lang="ar-SA" dirty="0">
                    <a:latin typeface="Biome" panose="020B0503030204020804" pitchFamily="34" charset="0"/>
                    <a:cs typeface="Biome" panose="020B0503030204020804" pitchFamily="34" charset="0"/>
                  </a:rPr>
                  <a:t>= </a:t>
                </a:r>
                <a:r>
                  <a:rPr lang="en-US" dirty="0">
                    <a:latin typeface="Biome" panose="020B0503030204020804" pitchFamily="34" charset="0"/>
                    <a:cs typeface="Biome" panose="020B0503030204020804" pitchFamily="34" charset="0"/>
                  </a:rPr>
                  <a:t>training loss (cross-entropy)</a:t>
                </a:r>
              </a:p>
              <a:p>
                <a:pPr lvl="5"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Biome" panose="020B0503030204020804" pitchFamily="34" charset="0"/>
                    <a:cs typeface="Biome" panose="020B0503030204020804" pitchFamily="34" charset="0"/>
                  </a:rPr>
                  <a:t>Constraint makes the problem </a:t>
                </a:r>
                <a:r>
                  <a:rPr lang="en-US" b="1" dirty="0">
                    <a:latin typeface="Biome" panose="020B0503030204020804" pitchFamily="34" charset="0"/>
                    <a:cs typeface="Biome" panose="020B0503030204020804" pitchFamily="34" charset="0"/>
                  </a:rPr>
                  <a:t>discrete and non-differentiable</a:t>
                </a:r>
                <a:endParaRPr lang="en-US" dirty="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F3227D-AA9D-EA3A-1F4F-3A00241B59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1874028"/>
                <a:ext cx="10753725" cy="3766185"/>
              </a:xfrm>
              <a:blipFill>
                <a:blip r:embed="rId2"/>
                <a:stretch>
                  <a:fillRect l="-624"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EEEDB74C-B243-4659-2B5D-62F719B5F0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9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2E6C-AF2A-4070-8674-2BE5B6B7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474C-1DFD-112D-143C-30880D961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7" y="703559"/>
            <a:ext cx="5368414" cy="7531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4. LAGRANGIAN EQUATION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C9FF99-B3D2-914F-7437-C29586131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1874028"/>
                <a:ext cx="10753725" cy="3766185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Biome" panose="020B0503030204020804" pitchFamily="34" charset="0"/>
                    <a:cs typeface="Biome" panose="020B0503030204020804" pitchFamily="34" charset="0"/>
                  </a:rPr>
                  <a:t> Introduce auxiliary variable: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2000" b="1" dirty="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𝐺</m:t>
                      </m:r>
                      <m:r>
                        <a:rPr lang="en-US"/>
                        <m:t>=</m:t>
                      </m:r>
                      <m:r>
                        <m:rPr>
                          <m:nor/>
                        </m:rPr>
                        <a:rPr lang="en-US" i="1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m:t>quantized</m:t>
                      </m:r>
                      <m:r>
                        <m:rPr>
                          <m:nor/>
                        </m:rPr>
                        <a:rPr lang="en-US" i="1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i="1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m:t>ternary</m:t>
                      </m:r>
                      <m:r>
                        <m:rPr>
                          <m:nor/>
                        </m:rPr>
                        <a:rPr lang="en-US" i="1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m:t>) </m:t>
                      </m:r>
                      <m:r>
                        <m:rPr>
                          <m:nor/>
                        </m:rPr>
                        <a:rPr lang="en-US" i="1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m:t>weights</m:t>
                      </m:r>
                    </m:oMath>
                  </m:oMathPara>
                </a14:m>
                <a:endParaRPr lang="en-US" sz="2000" b="0" dirty="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Biome" panose="020B0503030204020804" pitchFamily="34" charset="0"/>
                    <a:cs typeface="Biome" panose="020B0503030204020804" pitchFamily="34" charset="0"/>
                  </a:rPr>
                  <a:t> Reformulate:</a:t>
                </a:r>
              </a:p>
              <a:p>
                <a:pPr marL="0" indent="0" algn="ctr">
                  <a:buNone/>
                </a:pPr>
                <a:r>
                  <a:rPr lang="en-GB" i="1" dirty="0">
                    <a:latin typeface="Biome" panose="020B0503030204020804" pitchFamily="34" charset="0"/>
                    <a:cs typeface="Biome" panose="020B0503030204020804" pitchFamily="34" charset="0"/>
                  </a:rPr>
                  <a:t>min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SA" i="1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  </m:t>
                    </m:r>
                    <m:r>
                      <a:rPr lang="ar-SA" i="1"/>
                      <m:t>𝑓</m:t>
                    </m:r>
                    <m:d>
                      <m:dPr>
                        <m:ctrlPr>
                          <a:rPr lang="ar-SA" i="1"/>
                        </m:ctrlPr>
                      </m:dPr>
                      <m:e>
                        <m:r>
                          <a:rPr lang="ar-SA" i="1"/>
                          <m:t>𝑊</m:t>
                        </m:r>
                      </m:e>
                    </m:d>
                    <m:r>
                      <a:rPr lang="ar-SA" i="1"/>
                      <m:t>+</m:t>
                    </m:r>
                    <m:r>
                      <a:rPr lang="ar-SA" i="1"/>
                      <m:t>𝐼</m:t>
                    </m:r>
                    <m:d>
                      <m:dPr>
                        <m:ctrlPr>
                          <a:rPr lang="ar-SA" i="1"/>
                        </m:ctrlPr>
                      </m:dPr>
                      <m:e>
                        <m:r>
                          <a:rPr lang="ar-SA" i="1"/>
                          <m:t>𝐺</m:t>
                        </m:r>
                      </m:e>
                    </m:d>
                    <m:r>
                      <a:rPr lang="ar-SA" i="1"/>
                      <m:t> </m:t>
                    </m:r>
                    <m:r>
                      <m:rPr>
                        <m:nor/>
                      </m:rPr>
                      <a:rPr lang="en-US" i="1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subject</m:t>
                    </m:r>
                    <m:r>
                      <m:rPr>
                        <m:nor/>
                      </m:rPr>
                      <a:rPr lang="en-US" i="1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latin typeface="Biome" panose="020B0503030204020804" pitchFamily="34" charset="0"/>
                        <a:cs typeface="Biome" panose="020B0503030204020804" pitchFamily="34" charset="0"/>
                      </a:rPr>
                      <m:t>to</m:t>
                    </m:r>
                    <m:r>
                      <a:rPr lang="en-US" i="1"/>
                      <m:t> </m:t>
                    </m:r>
                    <m:r>
                      <a:rPr lang="en-US" i="1"/>
                      <m:t>𝑊</m:t>
                    </m:r>
                    <m:r>
                      <a:rPr lang="en-US" i="1"/>
                      <m:t>=</m:t>
                    </m:r>
                    <m:r>
                      <a:rPr lang="en-US" i="1"/>
                      <m:t>𝐺</m:t>
                    </m:r>
                  </m:oMath>
                </a14:m>
                <a:endParaRPr lang="en-US" sz="2000" b="0" i="1" dirty="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Biome" panose="020B0503030204020804" pitchFamily="34" charset="0"/>
                    <a:cs typeface="Biome" panose="020B0503030204020804" pitchFamily="34" charset="0"/>
                  </a:rPr>
                  <a:t> 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/>
                        <m:t>𝐼</m:t>
                      </m:r>
                      <m:d>
                        <m:dPr>
                          <m:ctrlPr>
                            <a:rPr lang="ar-SA" i="1"/>
                          </m:ctrlPr>
                        </m:dPr>
                        <m:e>
                          <m:r>
                            <a:rPr lang="ar-SA" i="1"/>
                            <m:t>𝐺</m:t>
                          </m:r>
                        </m:e>
                      </m:d>
                      <m:r>
                        <a:rPr lang="ar-SA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SA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i="1"/>
                              </m:ctrlPr>
                            </m:mPr>
                            <m:mr>
                              <m:e>
                                <m:r>
                                  <a:rPr lang="ar-SA"/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Biome" panose="020B0503030204020804" pitchFamily="34" charset="0"/>
                                    <a:cs typeface="Biome" panose="020B0503030204020804" pitchFamily="34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Biome" panose="020B0503030204020804" pitchFamily="34" charset="0"/>
                                    <a:cs typeface="Biome" panose="020B0503030204020804" pitchFamily="34" charset="0"/>
                                  </a:rPr>
                                  <m:t> </m:t>
                                </m:r>
                                <m:r>
                                  <a:rPr lang="en-US" i="1"/>
                                  <m:t>𝐺</m:t>
                                </m:r>
                                <m:r>
                                  <a:rPr lang="en-US"/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sepChr m:val=","/>
                                    <m:ctrlPr>
                                      <a:rPr lang="ar-SA" i="1"/>
                                    </m:ctrlPr>
                                  </m:dPr>
                                  <m:e>
                                    <m:r>
                                      <a:rPr lang="ar-SA"/>
                                      <m:t>−</m:t>
                                    </m:r>
                                  </m:e>
                                  <m:e>
                                    <m:r>
                                      <a:rPr lang="ar-SA" i="1"/>
                                      <m:t>𝛼</m:t>
                                    </m:r>
                                  </m:e>
                                  <m:e>
                                    <m:r>
                                      <a:rPr lang="ar-SA"/>
                                      <m:t>0</m:t>
                                    </m:r>
                                    <m:r>
                                      <a:rPr lang="ar-SA"/>
                                      <m:t>+</m:t>
                                    </m:r>
                                    <m:r>
                                      <a:rPr lang="ar-SA" i="1"/>
                                      <m:t>𝛼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ar-SA"/>
                                  <m:t>∞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Biome" panose="020B0503030204020804" pitchFamily="34" charset="0"/>
                                    <a:cs typeface="Biome" panose="020B0503030204020804" pitchFamily="34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SA" sz="2000" b="0" dirty="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C9FF99-B3D2-914F-7437-C29586131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1874028"/>
                <a:ext cx="10753725" cy="3766185"/>
              </a:xfrm>
              <a:blipFill>
                <a:blip r:embed="rId2"/>
                <a:stretch>
                  <a:fillRect l="-510"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5385F3FD-A3A9-6518-185A-E7523341D9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EDA45-E469-A0C9-98A3-95072E8B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E90B-8BA6-18E2-28FB-C36D3670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7" y="703559"/>
            <a:ext cx="4812890" cy="7531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5. UPDATE EQUATIONS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4DAD3-2C8E-4005-C171-CAA8216B3A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1874028"/>
                <a:ext cx="10753725" cy="3766185"/>
              </a:xfrm>
            </p:spPr>
            <p:txBody>
              <a:bodyPr>
                <a:noAutofit/>
              </a:bodyPr>
              <a:lstStyle/>
              <a:p>
                <a:pPr algn="ctr">
                  <a:buFont typeface="Wingdings" panose="05000000000000000000" pitchFamily="2" charset="2"/>
                  <a:buChar char="Ø"/>
                </a:pPr>
                <a:r>
                  <a:rPr lang="en-US" sz="2800" b="1" dirty="0">
                    <a:cs typeface="Biome" panose="020B0503030204020804" pitchFamily="34" charset="0"/>
                  </a:rPr>
                  <a:t>L(W,G,</a:t>
                </a:r>
                <a:r>
                  <a:rPr lang="el-GR" sz="2800" b="1" dirty="0">
                    <a:cs typeface="Biome" panose="020B0503030204020804" pitchFamily="34" charset="0"/>
                  </a:rPr>
                  <a:t>Λ)=</a:t>
                </a:r>
                <a:r>
                  <a:rPr lang="en-US" sz="2800" b="1" dirty="0">
                    <a:cs typeface="Biome" panose="020B0503030204020804" pitchFamily="34" charset="0"/>
                  </a:rPr>
                  <a:t>f(W)+I(G)+2</a:t>
                </a:r>
                <a:r>
                  <a:rPr lang="el-GR" sz="2800" b="1" dirty="0">
                    <a:cs typeface="Biome" panose="020B0503030204020804" pitchFamily="34" charset="0"/>
                  </a:rPr>
                  <a:t>ρ​∥</a:t>
                </a:r>
                <a:r>
                  <a:rPr lang="en-US" sz="2800" b="1" dirty="0">
                    <a:cs typeface="Biome" panose="020B0503030204020804" pitchFamily="34" charset="0"/>
                  </a:rPr>
                  <a:t>W−G+</a:t>
                </a:r>
                <a:r>
                  <a:rPr lang="el-GR" sz="2800" b="1" dirty="0">
                    <a:cs typeface="Biome" panose="020B0503030204020804" pitchFamily="34" charset="0"/>
                  </a:rPr>
                  <a:t>Λ∥2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Biome" panose="020B0503030204020804" pitchFamily="34" charset="0"/>
                    <a:cs typeface="Biome" panose="020B0503030204020804" pitchFamily="34" charset="0"/>
                  </a:rPr>
                  <a:t>Where:</a:t>
                </a:r>
              </a:p>
              <a:p>
                <a:pPr lvl="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/>
                      <m:t>Λ</m:t>
                    </m:r>
                  </m:oMath>
                </a14:m>
                <a:r>
                  <a:rPr lang="el-GR" dirty="0">
                    <a:latin typeface="Biome" panose="020B0503030204020804" pitchFamily="34" charset="0"/>
                    <a:cs typeface="Biome" panose="020B0503030204020804" pitchFamily="34" charset="0"/>
                  </a:rPr>
                  <a:t>= </a:t>
                </a:r>
                <a:r>
                  <a:rPr lang="en-US" dirty="0">
                    <a:latin typeface="Biome" panose="020B0503030204020804" pitchFamily="34" charset="0"/>
                    <a:cs typeface="Biome" panose="020B0503030204020804" pitchFamily="34" charset="0"/>
                  </a:rPr>
                  <a:t>dual variable (enforces constraint)</a:t>
                </a:r>
              </a:p>
              <a:p>
                <a:pPr lvl="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/>
                      <m:t>𝜌</m:t>
                    </m:r>
                  </m:oMath>
                </a14:m>
                <a:r>
                  <a:rPr lang="en-US" dirty="0">
                    <a:latin typeface="Biome" panose="020B0503030204020804" pitchFamily="34" charset="0"/>
                    <a:cs typeface="Biome" panose="020B0503030204020804" pitchFamily="34" charset="0"/>
                  </a:rPr>
                  <a:t>= penalty parameter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4DAD3-2C8E-4005-C171-CAA8216B3A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1874028"/>
                <a:ext cx="10753725" cy="3766185"/>
              </a:xfrm>
              <a:blipFill>
                <a:blip r:embed="rId2"/>
                <a:stretch>
                  <a:fillRect l="-510" t="-3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1ABF4CEC-3B67-D8EC-6808-EE2876BAB5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2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7627F-43E6-3AAC-C48B-135EEA9A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D991F-965E-4480-0042-ECE39B6F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7" y="703559"/>
            <a:ext cx="4812890" cy="753151"/>
          </a:xfrm>
        </p:spPr>
        <p:txBody>
          <a:bodyPr>
            <a:normAutofit/>
          </a:bodyPr>
          <a:lstStyle/>
          <a:p>
            <a:pPr algn="ctr"/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C42E-F012-68B3-42EB-A373170B6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874028"/>
            <a:ext cx="10753725" cy="37661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2A2F243B-A155-919A-DA5E-F37D9E7AF4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93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1C-BB92-2732-4C11-E43CD5C5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BB8B-CAD2-61DE-E5BA-BA6A2559F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7" y="703559"/>
            <a:ext cx="4812890" cy="753151"/>
          </a:xfrm>
        </p:spPr>
        <p:txBody>
          <a:bodyPr>
            <a:normAutofit/>
          </a:bodyPr>
          <a:lstStyle/>
          <a:p>
            <a:pPr algn="ctr"/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7BF4B-939B-2B42-B20B-BFF93E78D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874028"/>
            <a:ext cx="10753725" cy="37661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8039C002-C5BB-818E-C9D3-EBA95CE1EC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3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CEB6-FCF6-9783-AAFB-CC4B76D5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70" y="462116"/>
            <a:ext cx="6693461" cy="791168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6. DATASET OVERVIEW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D2E46D2-8E49-2092-945E-862B0CBBB204}"/>
              </a:ext>
            </a:extLst>
          </p:cNvPr>
          <p:cNvSpPr txBox="1">
            <a:spLocks/>
          </p:cNvSpPr>
          <p:nvPr/>
        </p:nvSpPr>
        <p:spPr>
          <a:xfrm>
            <a:off x="631570" y="1287368"/>
            <a:ext cx="6919604" cy="5159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ea typeface="Instrument Sans Semi Bold" pitchFamily="34" charset="-122"/>
                <a:cs typeface="Biome" panose="020B0503030204020804" pitchFamily="34" charset="0"/>
                <a:hlinkClick r:id="rId2"/>
              </a:rPr>
              <a:t>CIFAR-10 Dataset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Instances: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60,000 images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Image Size: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32×32 pixels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Channels: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3 (RGB)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Classes: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Training Images: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50,000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Test Images: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10,000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Training Batches: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5 (10,000 images each)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Test Batch: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 (1,000 images per class)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Class Labels: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Airplane, Automobile, Bird, Cat, Deer, Dog, Frog, Horse, Ship, Truck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D7DD3-6C75-AB0B-93F7-13DEF740A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1" r="10861"/>
          <a:stretch/>
        </p:blipFill>
        <p:spPr>
          <a:xfrm>
            <a:off x="7728154" y="1425678"/>
            <a:ext cx="4385187" cy="378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8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F303-04D4-2091-B912-18A15A53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287D53E9-097A-568A-DEC4-F0064A4ED65A}"/>
              </a:ext>
            </a:extLst>
          </p:cNvPr>
          <p:cNvSpPr txBox="1">
            <a:spLocks/>
          </p:cNvSpPr>
          <p:nvPr/>
        </p:nvSpPr>
        <p:spPr>
          <a:xfrm>
            <a:off x="631570" y="1287368"/>
            <a:ext cx="6919604" cy="5159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ea typeface="Instrument Sans Semi Bold" pitchFamily="34" charset="-122"/>
                <a:cs typeface="Biome" panose="020B0503030204020804" pitchFamily="34" charset="0"/>
                <a:hlinkClick r:id="rId2"/>
              </a:rPr>
              <a:t>CIFAR-100 Dataset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Instances: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600 images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Image Size: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32×32 pixels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Channels: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3 (RGB)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Classes: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100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Training Images: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50,000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Test Images: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10,000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Training Batches: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5 (10,000 images each)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Test Batch: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1 (1,000 images per class)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Class Labels: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Airplane, Automobile, Bird, Cat, Deer, Dog, Frog, Horse, Ship, Truck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ea typeface="Instrument Sans Semi Bold" pitchFamily="34" charset="-122"/>
              <a:cs typeface="Biome" panose="020B0503030204020804" pitchFamily="34" charset="0"/>
            </a:endParaRPr>
          </a:p>
        </p:txBody>
      </p:sp>
      <p:pic>
        <p:nvPicPr>
          <p:cNvPr id="1028" name="Picture 4" descr="CIFAR-100 Python">
            <a:extLst>
              <a:ext uri="{FF2B5EF4-FFF2-40B4-BE49-F238E27FC236}">
                <a16:creationId xmlns:a16="http://schemas.microsoft.com/office/drawing/2014/main" id="{F5C51B76-0089-3F49-A72C-50F56B6A0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87" y="1521696"/>
            <a:ext cx="3382143" cy="338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246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874B-F28E-3757-DCB0-79413DBE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19" y="1111045"/>
            <a:ext cx="4638519" cy="48178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  <a:hlinkClick r:id="rId2"/>
              </a:rPr>
              <a:t>MNIST dataset  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5A1A2-0BF7-8A64-7C0D-B087358D289F}"/>
              </a:ext>
            </a:extLst>
          </p:cNvPr>
          <p:cNvSpPr txBox="1"/>
          <p:nvPr/>
        </p:nvSpPr>
        <p:spPr>
          <a:xfrm>
            <a:off x="868019" y="1697193"/>
            <a:ext cx="60960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Instances: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 70,000 images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Image Size: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 28×28 pixels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Channels: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 (Grayscale)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Classes: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10 (Digits 0–9)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Training Images: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 60,000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Test Images: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 10,000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Pixel Range: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 0 to 255 (intensity)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Class Labels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Digits: 0, 1, 2, 3, 4, 5, 6, 7, 8, 9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1026" name="Picture 2" descr="MNIST Dataset | Papers With Code">
            <a:extLst>
              <a:ext uri="{FF2B5EF4-FFF2-40B4-BE49-F238E27FC236}">
                <a16:creationId xmlns:a16="http://schemas.microsoft.com/office/drawing/2014/main" id="{CC26C609-A3F6-E2E7-C4AA-6A002D0D7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765" y="0"/>
            <a:ext cx="4569236" cy="318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NIST Dataset in Python - Basic Importing and Plotting | DigitalOcean">
            <a:extLst>
              <a:ext uri="{FF2B5EF4-FFF2-40B4-BE49-F238E27FC236}">
                <a16:creationId xmlns:a16="http://schemas.microsoft.com/office/drawing/2014/main" id="{B60FB904-E44F-F87C-0DB5-7021497E2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764" y="3185653"/>
            <a:ext cx="4569235" cy="3672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858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8A01-C262-C068-A0B4-5571A004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7C71-29CA-FAC5-C30A-7BE28D4AF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7" y="703559"/>
            <a:ext cx="4812890" cy="753151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NOTATIONS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0118C-BB0B-2800-09EA-4B2196B91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874028"/>
            <a:ext cx="10753725" cy="37661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915B0A14-A456-C608-DC6E-BDAC3653E8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06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C59EB-17B3-3393-4F8A-C7C34EBC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0058-8021-8FD3-C829-8C3588A8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980" y="349598"/>
            <a:ext cx="6046839" cy="753151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Biome" panose="020B0503030204020804" pitchFamily="34" charset="0"/>
                <a:cs typeface="Biome" panose="020B0503030204020804" pitchFamily="34" charset="0"/>
              </a:rPr>
              <a:t>COMPUTATIONAL DETAILS</a:t>
            </a:r>
            <a:endParaRPr lang="en-US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6650-730C-94C5-99F6-CEC9CDBB4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874028"/>
            <a:ext cx="10753725" cy="37661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AutoShape 2" descr="Uploaded image preview">
            <a:extLst>
              <a:ext uri="{FF2B5EF4-FFF2-40B4-BE49-F238E27FC236}">
                <a16:creationId xmlns:a16="http://schemas.microsoft.com/office/drawing/2014/main" id="{625C7BA7-5116-0672-BECE-791F9528C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56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299F-B765-42B6-D79C-DCC6C149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EFA7-BB4B-FBC8-7B3E-B7C7B5517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6" y="2150807"/>
            <a:ext cx="11513574" cy="1189703"/>
          </a:xfrm>
        </p:spPr>
        <p:txBody>
          <a:bodyPr/>
          <a:lstStyle/>
          <a:p>
            <a:pPr algn="ctr"/>
            <a:r>
              <a:rPr lang="en-GB" sz="4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RESULTS</a:t>
            </a:r>
            <a:endParaRPr lang="en-US" sz="4800" b="1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8DF97-C281-51F3-2F86-5B44E93A9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1" y="3429000"/>
            <a:ext cx="6597444" cy="440138"/>
          </a:xfrm>
        </p:spPr>
        <p:txBody>
          <a:bodyPr>
            <a:noAutofit/>
          </a:bodyPr>
          <a:lstStyle/>
          <a:p>
            <a:pPr algn="ctr"/>
            <a:r>
              <a:rPr lang="en-GB" sz="3000" dirty="0">
                <a:latin typeface="Biome" panose="020B0503030204020804" pitchFamily="34" charset="0"/>
                <a:cs typeface="Biome" panose="020B0503030204020804" pitchFamily="34" charset="0"/>
              </a:rPr>
              <a:t>(IN PYTHON and MATLAB)</a:t>
            </a:r>
            <a:endParaRPr lang="en-US" sz="3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800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94B4-221A-9C1D-12D4-FFABF18F5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140542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latin typeface="Biome" panose="020B0503030204020804" pitchFamily="34" charset="0"/>
                <a:cs typeface="Biome" panose="020B0503030204020804" pitchFamily="34" charset="0"/>
              </a:rPr>
              <a:t>PYTHON (Jupyter Notebook)</a:t>
            </a:r>
            <a:endParaRPr lang="en-US"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620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28D9-059C-997F-9B04-2EB94BD1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ED70-49CA-E366-E47D-DDBDC668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27819"/>
            <a:ext cx="10772775" cy="1140542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latin typeface="Biome" panose="020B0503030204020804" pitchFamily="34" charset="0"/>
                <a:cs typeface="Biome" panose="020B0503030204020804" pitchFamily="34" charset="0"/>
              </a:rPr>
              <a:t>MATLAB</a:t>
            </a:r>
            <a:endParaRPr lang="en-US"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289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8035-0D19-FB20-01BD-AC049A11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5" y="397519"/>
            <a:ext cx="6724969" cy="613283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latin typeface="Biome" panose="020B0503030204020804" pitchFamily="34" charset="0"/>
                <a:cs typeface="Biome" panose="020B0503030204020804" pitchFamily="34" charset="0"/>
              </a:rPr>
              <a:t>CONCLUSION </a:t>
            </a:r>
            <a:endParaRPr lang="en-US"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9A0F0-607E-19B8-EDFB-63B932152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8978" y="1180419"/>
            <a:ext cx="11883022" cy="517122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165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0A1F-7153-EFF9-3E4D-51845382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>
                <a:latin typeface="Biome" panose="020B0503030204020804" pitchFamily="34" charset="0"/>
                <a:cs typeface="Biome" panose="020B0503030204020804" pitchFamily="34" charset="0"/>
              </a:rPr>
              <a:t>REFERENCES</a:t>
            </a:r>
            <a:endParaRPr lang="en-US" sz="40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005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8CB8-C817-4CCF-2A98-2FA90074D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195" y="2055180"/>
            <a:ext cx="5010715" cy="1472143"/>
          </a:xfrm>
        </p:spPr>
        <p:txBody>
          <a:bodyPr/>
          <a:lstStyle/>
          <a:p>
            <a:pPr algn="ctr"/>
            <a:r>
              <a:rPr lang="en-GB" sz="4800" dirty="0">
                <a:latin typeface="Biome" panose="020B0503030204020804" pitchFamily="34" charset="0"/>
                <a:cs typeface="Biome" panose="020B0503030204020804" pitchFamily="34" charset="0"/>
              </a:rPr>
              <a:t>THANK YOU</a:t>
            </a:r>
            <a:endParaRPr lang="en-US" sz="48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70589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3140</TotalTime>
  <Words>943</Words>
  <Application>Microsoft Office PowerPoint</Application>
  <PresentationFormat>Widescreen</PresentationFormat>
  <Paragraphs>146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Biome</vt:lpstr>
      <vt:lpstr>Calibri Light</vt:lpstr>
      <vt:lpstr>Cambria Math</vt:lpstr>
      <vt:lpstr>Courier New</vt:lpstr>
      <vt:lpstr>Wingdings</vt:lpstr>
      <vt:lpstr>Metropolitan</vt:lpstr>
      <vt:lpstr>MATHEMATICS FOR COMPUTNG – 4  EXTREMELY LOW BIT NEURAL NETWORK :  SQUEEZE  THE LAST BIT OUT WITH ADMM </vt:lpstr>
      <vt:lpstr>TABLE OF CONTENTS</vt:lpstr>
      <vt:lpstr>1.1 INTRODUCTION </vt:lpstr>
      <vt:lpstr>1.2 INTRODUCTION </vt:lpstr>
      <vt:lpstr>1.3 INTRODUCTION </vt:lpstr>
      <vt:lpstr>2. PROBLEM STATEMENT </vt:lpstr>
      <vt:lpstr>3. OPTIMIZATION PROBLEM</vt:lpstr>
      <vt:lpstr>4. LAGRANGIAN EQUATION</vt:lpstr>
      <vt:lpstr>5. UPDATE EQUATIONS</vt:lpstr>
      <vt:lpstr>PowerPoint Presentation</vt:lpstr>
      <vt:lpstr>PowerPoint Presentation</vt:lpstr>
      <vt:lpstr>6. DATASET OVERVIEW</vt:lpstr>
      <vt:lpstr>PowerPoint Presentation</vt:lpstr>
      <vt:lpstr>MNIST dataset  </vt:lpstr>
      <vt:lpstr>NOTATIONS</vt:lpstr>
      <vt:lpstr>COMPUTATIONAL DETAILS</vt:lpstr>
      <vt:lpstr>RESULTS</vt:lpstr>
      <vt:lpstr>PYTHON (Jupyter Notebook)</vt:lpstr>
      <vt:lpstr>MATLAB</vt:lpstr>
      <vt:lpstr>CONCLUSION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dharmalingam</dc:creator>
  <cp:lastModifiedBy>sandhiya dharmalingam</cp:lastModifiedBy>
  <cp:revision>5</cp:revision>
  <dcterms:created xsi:type="dcterms:W3CDTF">2025-04-11T05:25:53Z</dcterms:created>
  <dcterms:modified xsi:type="dcterms:W3CDTF">2026-01-20T15:03:41Z</dcterms:modified>
</cp:coreProperties>
</file>